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9" r:id="rId14"/>
    <p:sldId id="270" r:id="rId15"/>
    <p:sldId id="289" r:id="rId16"/>
    <p:sldId id="290" r:id="rId17"/>
    <p:sldId id="291" r:id="rId18"/>
    <p:sldId id="271" r:id="rId19"/>
    <p:sldId id="292"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x="15240000" cy="85725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46CE32-15E2-430A-84C7-4F56D3DC4683}" v="86" dt="2026-10-07T08:40:45.115"/>
    <p1510:client id="{1C2E6551-6B0F-4BCB-48CC-EAE4A9293489}" v="99" dt="2026-10-07T09:55:53.129"/>
    <p1510:client id="{2C88811B-8425-412E-9949-A4E3522F5BFF}" v="1" dt="2026-10-06T21:36:02.352"/>
    <p1510:client id="{C0867AED-A8A6-4D80-999A-BBAC09AD0D10}" v="21" dt="2026-10-07T12:24:15.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o dernier" userId="0b849cd58950a972" providerId="LiveId" clId="{D3882F65-1598-4E5F-B3AD-5CD47B29D372}"/>
    <pc:docChg chg="custSel modSld">
      <pc:chgData name="bruno dernier" userId="0b849cd58950a972" providerId="LiveId" clId="{D3882F65-1598-4E5F-B3AD-5CD47B29D372}" dt="2026-10-06T21:44:40.387" v="8"/>
      <pc:docMkLst>
        <pc:docMk/>
      </pc:docMkLst>
      <pc:sldChg chg="modSp mod">
        <pc:chgData name="bruno dernier" userId="0b849cd58950a972" providerId="LiveId" clId="{D3882F65-1598-4E5F-B3AD-5CD47B29D372}" dt="2026-10-06T21:44:40.387" v="8"/>
        <pc:sldMkLst>
          <pc:docMk/>
          <pc:sldMk cId="1050274375" sldId="258"/>
        </pc:sldMkLst>
        <pc:spChg chg="mod">
          <ac:chgData name="bruno dernier" userId="0b849cd58950a972" providerId="LiveId" clId="{D3882F65-1598-4E5F-B3AD-5CD47B29D372}" dt="2026-10-06T21:44:40.387" v="8"/>
          <ac:spMkLst>
            <pc:docMk/>
            <pc:sldMk cId="1050274375" sldId="258"/>
            <ac:spMk id="7" creationId="{F069C409-687B-4065-9362-7DBB702B16F7}"/>
          </ac:spMkLst>
        </pc:spChg>
      </pc:sldChg>
      <pc:sldChg chg="modSp mod">
        <pc:chgData name="bruno dernier" userId="0b849cd58950a972" providerId="LiveId" clId="{D3882F65-1598-4E5F-B3AD-5CD47B29D372}" dt="2026-10-06T21:44:40.387" v="7"/>
        <pc:sldMkLst>
          <pc:docMk/>
          <pc:sldMk cId="783629269" sldId="259"/>
        </pc:sldMkLst>
        <pc:spChg chg="mod">
          <ac:chgData name="bruno dernier" userId="0b849cd58950a972" providerId="LiveId" clId="{D3882F65-1598-4E5F-B3AD-5CD47B29D372}" dt="2026-10-06T21:44:40.386" v="6"/>
          <ac:spMkLst>
            <pc:docMk/>
            <pc:sldMk cId="783629269" sldId="259"/>
            <ac:spMk id="3" creationId="{98E2E525-1DBA-4DA0-B47E-4F4D0E97DD91}"/>
          </ac:spMkLst>
        </pc:spChg>
        <pc:spChg chg="mod">
          <ac:chgData name="bruno dernier" userId="0b849cd58950a972" providerId="LiveId" clId="{D3882F65-1598-4E5F-B3AD-5CD47B29D372}" dt="2026-10-06T21:44:11.923" v="1"/>
          <ac:spMkLst>
            <pc:docMk/>
            <pc:sldMk cId="783629269" sldId="259"/>
            <ac:spMk id="4" creationId="{9C83DDBE-C2D3-4093-AC86-42B16D10FFBD}"/>
          </ac:spMkLst>
        </pc:spChg>
        <pc:spChg chg="mod">
          <ac:chgData name="bruno dernier" userId="0b849cd58950a972" providerId="LiveId" clId="{D3882F65-1598-4E5F-B3AD-5CD47B29D372}" dt="2026-10-06T21:44:11.925" v="2"/>
          <ac:spMkLst>
            <pc:docMk/>
            <pc:sldMk cId="783629269" sldId="259"/>
            <ac:spMk id="5" creationId="{9F63DE48-573E-4807-9CA7-BB6D16B842C6}"/>
          </ac:spMkLst>
        </pc:spChg>
        <pc:spChg chg="mod">
          <ac:chgData name="bruno dernier" userId="0b849cd58950a972" providerId="LiveId" clId="{D3882F65-1598-4E5F-B3AD-5CD47B29D372}" dt="2026-10-06T21:44:11.927" v="3"/>
          <ac:spMkLst>
            <pc:docMk/>
            <pc:sldMk cId="783629269" sldId="259"/>
            <ac:spMk id="6" creationId="{8066E1E8-98A7-4CB9-829C-D478563C0371}"/>
          </ac:spMkLst>
        </pc:spChg>
        <pc:spChg chg="mod">
          <ac:chgData name="bruno dernier" userId="0b849cd58950a972" providerId="LiveId" clId="{D3882F65-1598-4E5F-B3AD-5CD47B29D372}" dt="2026-10-06T21:44:11.928" v="4"/>
          <ac:spMkLst>
            <pc:docMk/>
            <pc:sldMk cId="783629269" sldId="259"/>
            <ac:spMk id="7" creationId="{6B94140C-6115-422B-BB0C-A97702EA9D07}"/>
          </ac:spMkLst>
        </pc:spChg>
        <pc:spChg chg="mod">
          <ac:chgData name="bruno dernier" userId="0b849cd58950a972" providerId="LiveId" clId="{D3882F65-1598-4E5F-B3AD-5CD47B29D372}" dt="2026-10-06T21:44:11.929" v="5"/>
          <ac:spMkLst>
            <pc:docMk/>
            <pc:sldMk cId="783629269" sldId="259"/>
            <ac:spMk id="8" creationId="{D92CEF59-D5F5-42E1-96E0-73A22A329A11}"/>
          </ac:spMkLst>
        </pc:spChg>
        <pc:spChg chg="mod">
          <ac:chgData name="bruno dernier" userId="0b849cd58950a972" providerId="LiveId" clId="{D3882F65-1598-4E5F-B3AD-5CD47B29D372}" dt="2026-10-06T21:44:40.387" v="7"/>
          <ac:spMkLst>
            <pc:docMk/>
            <pc:sldMk cId="783629269" sldId="259"/>
            <ac:spMk id="10" creationId="{50763B75-0CC8-46D7-BADC-FAFFFAD4D124}"/>
          </ac:spMkLst>
        </pc:spChg>
      </pc:sldChg>
    </pc:docChg>
  </pc:docChgLst>
  <pc:docChgLst>
    <pc:chgData name="bruno dernier" userId="0b849cd58950a972" providerId="Windows Live" clId="Web-{0446CE32-15E2-430A-84C7-4F56D3DC4683}"/>
    <pc:docChg chg="addSld modSld">
      <pc:chgData name="bruno dernier" userId="0b849cd58950a972" providerId="Windows Live" clId="Web-{0446CE32-15E2-430A-84C7-4F56D3DC4683}" dt="2026-10-07T08:40:45.115" v="251"/>
      <pc:docMkLst>
        <pc:docMk/>
      </pc:docMkLst>
      <pc:sldChg chg="modSp">
        <pc:chgData name="bruno dernier" userId="0b849cd58950a972" providerId="Windows Live" clId="Web-{0446CE32-15E2-430A-84C7-4F56D3DC4683}" dt="2026-10-07T08:26:22.018" v="174"/>
        <pc:sldMkLst>
          <pc:docMk/>
          <pc:sldMk cId="1737938223" sldId="256"/>
        </pc:sldMkLst>
        <pc:spChg chg="mod">
          <ac:chgData name="bruno dernier" userId="0b849cd58950a972" providerId="Windows Live" clId="Web-{0446CE32-15E2-430A-84C7-4F56D3DC4683}" dt="2026-10-07T08:26:22.018" v="174"/>
          <ac:spMkLst>
            <pc:docMk/>
            <pc:sldMk cId="1737938223" sldId="256"/>
            <ac:spMk id="7" creationId="{A98E8E27-3C9F-40C0-B08A-B3FB08C2EFD4}"/>
          </ac:spMkLst>
        </pc:spChg>
      </pc:sldChg>
      <pc:sldChg chg="modSp">
        <pc:chgData name="bruno dernier" userId="0b849cd58950a972" providerId="Windows Live" clId="Web-{0446CE32-15E2-430A-84C7-4F56D3DC4683}" dt="2026-10-07T08:26:22.018" v="175"/>
        <pc:sldMkLst>
          <pc:docMk/>
          <pc:sldMk cId="2060554343" sldId="257"/>
        </pc:sldMkLst>
        <pc:spChg chg="mod">
          <ac:chgData name="bruno dernier" userId="0b849cd58950a972" providerId="Windows Live" clId="Web-{0446CE32-15E2-430A-84C7-4F56D3DC4683}" dt="2026-10-07T08:26:22.018" v="175"/>
          <ac:spMkLst>
            <pc:docMk/>
            <pc:sldMk cId="2060554343" sldId="257"/>
            <ac:spMk id="9" creationId="{D35762CF-63A2-4188-92A2-91C7AC6DF554}"/>
          </ac:spMkLst>
        </pc:spChg>
      </pc:sldChg>
      <pc:sldChg chg="modSp">
        <pc:chgData name="bruno dernier" userId="0b849cd58950a972" providerId="Windows Live" clId="Web-{0446CE32-15E2-430A-84C7-4F56D3DC4683}" dt="2026-10-07T08:26:22.018" v="177"/>
        <pc:sldMkLst>
          <pc:docMk/>
          <pc:sldMk cId="1050274375" sldId="258"/>
        </pc:sldMkLst>
        <pc:spChg chg="mod">
          <ac:chgData name="bruno dernier" userId="0b849cd58950a972" providerId="Windows Live" clId="Web-{0446CE32-15E2-430A-84C7-4F56D3DC4683}" dt="2026-10-07T08:26:22.018" v="177"/>
          <ac:spMkLst>
            <pc:docMk/>
            <pc:sldMk cId="1050274375" sldId="258"/>
            <ac:spMk id="10" creationId="{183364BF-7703-4646-8BA5-1376FE88B755}"/>
          </ac:spMkLst>
        </pc:spChg>
      </pc:sldChg>
      <pc:sldChg chg="modSp">
        <pc:chgData name="bruno dernier" userId="0b849cd58950a972" providerId="Windows Live" clId="Web-{0446CE32-15E2-430A-84C7-4F56D3DC4683}" dt="2026-10-07T08:26:22.018" v="176"/>
        <pc:sldMkLst>
          <pc:docMk/>
          <pc:sldMk cId="783629269" sldId="259"/>
        </pc:sldMkLst>
        <pc:spChg chg="mod">
          <ac:chgData name="bruno dernier" userId="0b849cd58950a972" providerId="Windows Live" clId="Web-{0446CE32-15E2-430A-84C7-4F56D3DC4683}" dt="2026-10-07T08:26:22.018" v="176"/>
          <ac:spMkLst>
            <pc:docMk/>
            <pc:sldMk cId="783629269" sldId="259"/>
            <ac:spMk id="10" creationId="{50763B75-0CC8-46D7-BADC-FAFFFAD4D124}"/>
          </ac:spMkLst>
        </pc:spChg>
      </pc:sldChg>
      <pc:sldChg chg="modSp">
        <pc:chgData name="bruno dernier" userId="0b849cd58950a972" providerId="Windows Live" clId="Web-{0446CE32-15E2-430A-84C7-4F56D3DC4683}" dt="2026-10-07T08:26:22.018" v="178"/>
        <pc:sldMkLst>
          <pc:docMk/>
          <pc:sldMk cId="601063271" sldId="260"/>
        </pc:sldMkLst>
        <pc:spChg chg="mod">
          <ac:chgData name="bruno dernier" userId="0b849cd58950a972" providerId="Windows Live" clId="Web-{0446CE32-15E2-430A-84C7-4F56D3DC4683}" dt="2026-10-07T08:26:22.018" v="178"/>
          <ac:spMkLst>
            <pc:docMk/>
            <pc:sldMk cId="601063271" sldId="260"/>
            <ac:spMk id="11" creationId="{E18A74CB-4D9D-4C04-9C00-6B6D52BB1059}"/>
          </ac:spMkLst>
        </pc:spChg>
      </pc:sldChg>
      <pc:sldChg chg="modSp">
        <pc:chgData name="bruno dernier" userId="0b849cd58950a972" providerId="Windows Live" clId="Web-{0446CE32-15E2-430A-84C7-4F56D3DC4683}" dt="2026-10-07T08:26:22.034" v="179"/>
        <pc:sldMkLst>
          <pc:docMk/>
          <pc:sldMk cId="1494297256" sldId="261"/>
        </pc:sldMkLst>
        <pc:spChg chg="mod">
          <ac:chgData name="bruno dernier" userId="0b849cd58950a972" providerId="Windows Live" clId="Web-{0446CE32-15E2-430A-84C7-4F56D3DC4683}" dt="2026-10-07T07:41:01.199" v="56"/>
          <ac:spMkLst>
            <pc:docMk/>
            <pc:sldMk cId="1494297256" sldId="261"/>
            <ac:spMk id="4" creationId="{645F0D91-086B-4872-98E6-F44A255916CF}"/>
          </ac:spMkLst>
        </pc:spChg>
        <pc:spChg chg="mod">
          <ac:chgData name="bruno dernier" userId="0b849cd58950a972" providerId="Windows Live" clId="Web-{0446CE32-15E2-430A-84C7-4F56D3DC4683}" dt="2026-10-07T07:14:52.795" v="11"/>
          <ac:spMkLst>
            <pc:docMk/>
            <pc:sldMk cId="1494297256" sldId="261"/>
            <ac:spMk id="5" creationId="{815A8FB9-0E49-46F4-A8E2-F3E44CCC5F6B}"/>
          </ac:spMkLst>
        </pc:spChg>
        <pc:spChg chg="mod">
          <ac:chgData name="bruno dernier" userId="0b849cd58950a972" providerId="Windows Live" clId="Web-{0446CE32-15E2-430A-84C7-4F56D3DC4683}" dt="2026-10-07T07:14:52.795" v="17"/>
          <ac:spMkLst>
            <pc:docMk/>
            <pc:sldMk cId="1494297256" sldId="261"/>
            <ac:spMk id="6" creationId="{C982559D-EB12-4454-BDAB-B1341DF9A6BA}"/>
          </ac:spMkLst>
        </pc:spChg>
        <pc:spChg chg="mod">
          <ac:chgData name="bruno dernier" userId="0b849cd58950a972" providerId="Windows Live" clId="Web-{0446CE32-15E2-430A-84C7-4F56D3DC4683}" dt="2026-10-07T07:14:52.810" v="23"/>
          <ac:spMkLst>
            <pc:docMk/>
            <pc:sldMk cId="1494297256" sldId="261"/>
            <ac:spMk id="8" creationId="{9DA2B239-1C50-4D2A-8431-879F632965BD}"/>
          </ac:spMkLst>
        </pc:spChg>
        <pc:spChg chg="mod">
          <ac:chgData name="bruno dernier" userId="0b849cd58950a972" providerId="Windows Live" clId="Web-{0446CE32-15E2-430A-84C7-4F56D3DC4683}" dt="2026-10-07T08:26:22.034" v="179"/>
          <ac:spMkLst>
            <pc:docMk/>
            <pc:sldMk cId="1494297256" sldId="261"/>
            <ac:spMk id="10" creationId="{10527970-0B5E-47E9-8EC8-338493A340B7}"/>
          </ac:spMkLst>
        </pc:spChg>
      </pc:sldChg>
      <pc:sldChg chg="modSp">
        <pc:chgData name="bruno dernier" userId="0b849cd58950a972" providerId="Windows Live" clId="Web-{0446CE32-15E2-430A-84C7-4F56D3DC4683}" dt="2026-10-07T08:26:22.034" v="180"/>
        <pc:sldMkLst>
          <pc:docMk/>
          <pc:sldMk cId="619638204" sldId="262"/>
        </pc:sldMkLst>
        <pc:spChg chg="mod">
          <ac:chgData name="bruno dernier" userId="0b849cd58950a972" providerId="Windows Live" clId="Web-{0446CE32-15E2-430A-84C7-4F56D3DC4683}" dt="2026-10-07T08:26:22.034" v="180"/>
          <ac:spMkLst>
            <pc:docMk/>
            <pc:sldMk cId="619638204" sldId="262"/>
            <ac:spMk id="10" creationId="{378E4113-53B6-4301-8D0F-D8D39C38714B}"/>
          </ac:spMkLst>
        </pc:spChg>
      </pc:sldChg>
      <pc:sldChg chg="modSp">
        <pc:chgData name="bruno dernier" userId="0b849cd58950a972" providerId="Windows Live" clId="Web-{0446CE32-15E2-430A-84C7-4F56D3DC4683}" dt="2026-10-07T08:26:22.034" v="181"/>
        <pc:sldMkLst>
          <pc:docMk/>
          <pc:sldMk cId="1267929452" sldId="263"/>
        </pc:sldMkLst>
        <pc:spChg chg="mod">
          <ac:chgData name="bruno dernier" userId="0b849cd58950a972" providerId="Windows Live" clId="Web-{0446CE32-15E2-430A-84C7-4F56D3DC4683}" dt="2026-10-07T08:26:22.034" v="181"/>
          <ac:spMkLst>
            <pc:docMk/>
            <pc:sldMk cId="1267929452" sldId="263"/>
            <ac:spMk id="9" creationId="{25C663DA-3AA4-4DA0-A773-830C2A20E55E}"/>
          </ac:spMkLst>
        </pc:spChg>
      </pc:sldChg>
      <pc:sldChg chg="modSp">
        <pc:chgData name="bruno dernier" userId="0b849cd58950a972" providerId="Windows Live" clId="Web-{0446CE32-15E2-430A-84C7-4F56D3DC4683}" dt="2026-10-07T08:26:22.034" v="182"/>
        <pc:sldMkLst>
          <pc:docMk/>
          <pc:sldMk cId="311188475" sldId="264"/>
        </pc:sldMkLst>
        <pc:spChg chg="mod">
          <ac:chgData name="bruno dernier" userId="0b849cd58950a972" providerId="Windows Live" clId="Web-{0446CE32-15E2-430A-84C7-4F56D3DC4683}" dt="2026-10-07T08:26:22.034" v="182"/>
          <ac:spMkLst>
            <pc:docMk/>
            <pc:sldMk cId="311188475" sldId="264"/>
            <ac:spMk id="11" creationId="{F80327C9-829F-4FFD-85ED-422670021A59}"/>
          </ac:spMkLst>
        </pc:spChg>
      </pc:sldChg>
      <pc:sldChg chg="modSp">
        <pc:chgData name="bruno dernier" userId="0b849cd58950a972" providerId="Windows Live" clId="Web-{0446CE32-15E2-430A-84C7-4F56D3DC4683}" dt="2026-10-07T08:26:22.034" v="183"/>
        <pc:sldMkLst>
          <pc:docMk/>
          <pc:sldMk cId="1762447967" sldId="265"/>
        </pc:sldMkLst>
        <pc:spChg chg="mod">
          <ac:chgData name="bruno dernier" userId="0b849cd58950a972" providerId="Windows Live" clId="Web-{0446CE32-15E2-430A-84C7-4F56D3DC4683}" dt="2026-10-07T08:26:22.034" v="183"/>
          <ac:spMkLst>
            <pc:docMk/>
            <pc:sldMk cId="1762447967" sldId="265"/>
            <ac:spMk id="10" creationId="{79AE5B7E-D356-4FB3-B19C-C82BA49BEF58}"/>
          </ac:spMkLst>
        </pc:spChg>
      </pc:sldChg>
      <pc:sldChg chg="modSp">
        <pc:chgData name="bruno dernier" userId="0b849cd58950a972" providerId="Windows Live" clId="Web-{0446CE32-15E2-430A-84C7-4F56D3DC4683}" dt="2026-10-07T08:26:22.034" v="184"/>
        <pc:sldMkLst>
          <pc:docMk/>
          <pc:sldMk cId="997218945" sldId="266"/>
        </pc:sldMkLst>
        <pc:spChg chg="mod">
          <ac:chgData name="bruno dernier" userId="0b849cd58950a972" providerId="Windows Live" clId="Web-{0446CE32-15E2-430A-84C7-4F56D3DC4683}" dt="2026-10-07T08:26:22.034" v="184"/>
          <ac:spMkLst>
            <pc:docMk/>
            <pc:sldMk cId="997218945" sldId="266"/>
            <ac:spMk id="10" creationId="{E3FF8578-7DED-49B4-914B-A28CA0726A3B}"/>
          </ac:spMkLst>
        </pc:spChg>
      </pc:sldChg>
      <pc:sldChg chg="modSp">
        <pc:chgData name="bruno dernier" userId="0b849cd58950a972" providerId="Windows Live" clId="Web-{0446CE32-15E2-430A-84C7-4F56D3DC4683}" dt="2026-10-07T08:26:22.034" v="185"/>
        <pc:sldMkLst>
          <pc:docMk/>
          <pc:sldMk cId="1704354927" sldId="267"/>
        </pc:sldMkLst>
        <pc:spChg chg="mod">
          <ac:chgData name="bruno dernier" userId="0b849cd58950a972" providerId="Windows Live" clId="Web-{0446CE32-15E2-430A-84C7-4F56D3DC4683}" dt="2026-10-07T08:07:50.734" v="58"/>
          <ac:spMkLst>
            <pc:docMk/>
            <pc:sldMk cId="1704354927" sldId="267"/>
            <ac:spMk id="3" creationId="{1E4D3182-8BCD-4166-B137-1FE5325D2DEA}"/>
          </ac:spMkLst>
        </pc:spChg>
        <pc:spChg chg="mod">
          <ac:chgData name="bruno dernier" userId="0b849cd58950a972" providerId="Windows Live" clId="Web-{0446CE32-15E2-430A-84C7-4F56D3DC4683}" dt="2026-10-07T08:07:50.734" v="60"/>
          <ac:spMkLst>
            <pc:docMk/>
            <pc:sldMk cId="1704354927" sldId="267"/>
            <ac:spMk id="4" creationId="{589951E1-9179-4047-9B35-10B9A17D7A21}"/>
          </ac:spMkLst>
        </pc:spChg>
        <pc:spChg chg="mod">
          <ac:chgData name="bruno dernier" userId="0b849cd58950a972" providerId="Windows Live" clId="Web-{0446CE32-15E2-430A-84C7-4F56D3DC4683}" dt="2026-10-07T08:07:50.734" v="62"/>
          <ac:spMkLst>
            <pc:docMk/>
            <pc:sldMk cId="1704354927" sldId="267"/>
            <ac:spMk id="5" creationId="{25CE5B0D-62AC-44D0-9F06-BA26707282D1}"/>
          </ac:spMkLst>
        </pc:spChg>
        <pc:spChg chg="mod">
          <ac:chgData name="bruno dernier" userId="0b849cd58950a972" providerId="Windows Live" clId="Web-{0446CE32-15E2-430A-84C7-4F56D3DC4683}" dt="2026-10-07T08:07:50.734" v="64"/>
          <ac:spMkLst>
            <pc:docMk/>
            <pc:sldMk cId="1704354927" sldId="267"/>
            <ac:spMk id="6" creationId="{936B0BCC-0153-4A91-96F0-EF55A22D09F0}"/>
          </ac:spMkLst>
        </pc:spChg>
        <pc:spChg chg="mod">
          <ac:chgData name="bruno dernier" userId="0b849cd58950a972" providerId="Windows Live" clId="Web-{0446CE32-15E2-430A-84C7-4F56D3DC4683}" dt="2026-10-07T08:07:50.734" v="66"/>
          <ac:spMkLst>
            <pc:docMk/>
            <pc:sldMk cId="1704354927" sldId="267"/>
            <ac:spMk id="7" creationId="{447F8A77-3280-4C55-97AB-C65DA4821515}"/>
          </ac:spMkLst>
        </pc:spChg>
        <pc:spChg chg="mod">
          <ac:chgData name="bruno dernier" userId="0b849cd58950a972" providerId="Windows Live" clId="Web-{0446CE32-15E2-430A-84C7-4F56D3DC4683}" dt="2026-10-07T08:07:50.734" v="68"/>
          <ac:spMkLst>
            <pc:docMk/>
            <pc:sldMk cId="1704354927" sldId="267"/>
            <ac:spMk id="8" creationId="{D4794CA9-39A0-4427-8F9C-E9B59B8BE536}"/>
          </ac:spMkLst>
        </pc:spChg>
        <pc:spChg chg="mod">
          <ac:chgData name="bruno dernier" userId="0b849cd58950a972" providerId="Windows Live" clId="Web-{0446CE32-15E2-430A-84C7-4F56D3DC4683}" dt="2026-10-07T08:26:22.034" v="185"/>
          <ac:spMkLst>
            <pc:docMk/>
            <pc:sldMk cId="1704354927" sldId="267"/>
            <ac:spMk id="10" creationId="{E822E964-EBA5-4644-815D-21057DC38D0E}"/>
          </ac:spMkLst>
        </pc:spChg>
      </pc:sldChg>
      <pc:sldChg chg="modSp">
        <pc:chgData name="bruno dernier" userId="0b849cd58950a972" providerId="Windows Live" clId="Web-{0446CE32-15E2-430A-84C7-4F56D3DC4683}" dt="2026-10-07T08:26:22.034" v="186"/>
        <pc:sldMkLst>
          <pc:docMk/>
          <pc:sldMk cId="1850201952" sldId="268"/>
        </pc:sldMkLst>
        <pc:spChg chg="mod">
          <ac:chgData name="bruno dernier" userId="0b849cd58950a972" providerId="Windows Live" clId="Web-{0446CE32-15E2-430A-84C7-4F56D3DC4683}" dt="2026-10-07T08:11:42.032" v="116" actId="20577"/>
          <ac:spMkLst>
            <pc:docMk/>
            <pc:sldMk cId="1850201952" sldId="268"/>
            <ac:spMk id="7" creationId="{4AA41486-9678-4C3C-A5DF-2BD6FA838FFF}"/>
          </ac:spMkLst>
        </pc:spChg>
        <pc:spChg chg="mod">
          <ac:chgData name="bruno dernier" userId="0b849cd58950a972" providerId="Windows Live" clId="Web-{0446CE32-15E2-430A-84C7-4F56D3DC4683}" dt="2026-10-07T08:26:22.034" v="186"/>
          <ac:spMkLst>
            <pc:docMk/>
            <pc:sldMk cId="1850201952" sldId="268"/>
            <ac:spMk id="11" creationId="{AE30E3A9-609B-4D69-9CC4-D0A38A77A486}"/>
          </ac:spMkLst>
        </pc:spChg>
      </pc:sldChg>
      <pc:sldChg chg="modSp">
        <pc:chgData name="bruno dernier" userId="0b849cd58950a972" providerId="Windows Live" clId="Web-{0446CE32-15E2-430A-84C7-4F56D3DC4683}" dt="2026-10-07T08:26:22.034" v="187"/>
        <pc:sldMkLst>
          <pc:docMk/>
          <pc:sldMk cId="360239165" sldId="269"/>
        </pc:sldMkLst>
        <pc:spChg chg="mod">
          <ac:chgData name="bruno dernier" userId="0b849cd58950a972" providerId="Windows Live" clId="Web-{0446CE32-15E2-430A-84C7-4F56D3DC4683}" dt="2026-10-07T08:26:22.034" v="187"/>
          <ac:spMkLst>
            <pc:docMk/>
            <pc:sldMk cId="360239165" sldId="269"/>
            <ac:spMk id="15" creationId="{814608BE-97AF-40D2-ADFD-E2B1965FE3EC}"/>
          </ac:spMkLst>
        </pc:spChg>
      </pc:sldChg>
      <pc:sldChg chg="modSp">
        <pc:chgData name="bruno dernier" userId="0b849cd58950a972" providerId="Windows Live" clId="Web-{0446CE32-15E2-430A-84C7-4F56D3DC4683}" dt="2026-10-07T08:29:15.534" v="212"/>
        <pc:sldMkLst>
          <pc:docMk/>
          <pc:sldMk cId="1393267023" sldId="270"/>
        </pc:sldMkLst>
        <pc:spChg chg="mod">
          <ac:chgData name="bruno dernier" userId="0b849cd58950a972" providerId="Windows Live" clId="Web-{0446CE32-15E2-430A-84C7-4F56D3DC4683}" dt="2026-10-07T08:29:15.534" v="212"/>
          <ac:spMkLst>
            <pc:docMk/>
            <pc:sldMk cId="1393267023" sldId="270"/>
            <ac:spMk id="3" creationId="{1F2B1BBB-A007-4AFF-A8D2-FF98E42048E7}"/>
          </ac:spMkLst>
        </pc:spChg>
        <pc:spChg chg="mod">
          <ac:chgData name="bruno dernier" userId="0b849cd58950a972" providerId="Windows Live" clId="Web-{0446CE32-15E2-430A-84C7-4F56D3DC4683}" dt="2026-10-07T08:22:09.158" v="123"/>
          <ac:spMkLst>
            <pc:docMk/>
            <pc:sldMk cId="1393267023" sldId="270"/>
            <ac:spMk id="4" creationId="{C5B30748-563D-481A-A31F-424D4555A1E7}"/>
          </ac:spMkLst>
        </pc:spChg>
        <pc:spChg chg="mod">
          <ac:chgData name="bruno dernier" userId="0b849cd58950a972" providerId="Windows Live" clId="Web-{0446CE32-15E2-430A-84C7-4F56D3DC4683}" dt="2026-10-07T08:22:09.158" v="125"/>
          <ac:spMkLst>
            <pc:docMk/>
            <pc:sldMk cId="1393267023" sldId="270"/>
            <ac:spMk id="5" creationId="{C85170CF-E7B3-4771-847C-E6AFDFB74470}"/>
          </ac:spMkLst>
        </pc:spChg>
        <pc:spChg chg="mod">
          <ac:chgData name="bruno dernier" userId="0b849cd58950a972" providerId="Windows Live" clId="Web-{0446CE32-15E2-430A-84C7-4F56D3DC4683}" dt="2026-10-07T08:22:09.174" v="127"/>
          <ac:spMkLst>
            <pc:docMk/>
            <pc:sldMk cId="1393267023" sldId="270"/>
            <ac:spMk id="6" creationId="{5E5BFB5B-2E94-4021-944E-B7BF786E3CDE}"/>
          </ac:spMkLst>
        </pc:spChg>
        <pc:spChg chg="mod">
          <ac:chgData name="bruno dernier" userId="0b849cd58950a972" providerId="Windows Live" clId="Web-{0446CE32-15E2-430A-84C7-4F56D3DC4683}" dt="2026-10-07T08:22:09.174" v="129"/>
          <ac:spMkLst>
            <pc:docMk/>
            <pc:sldMk cId="1393267023" sldId="270"/>
            <ac:spMk id="7" creationId="{989739C7-230B-41E9-B3DA-CC7CF2A245AD}"/>
          </ac:spMkLst>
        </pc:spChg>
        <pc:spChg chg="mod">
          <ac:chgData name="bruno dernier" userId="0b849cd58950a972" providerId="Windows Live" clId="Web-{0446CE32-15E2-430A-84C7-4F56D3DC4683}" dt="2026-10-07T08:22:09.174" v="131"/>
          <ac:spMkLst>
            <pc:docMk/>
            <pc:sldMk cId="1393267023" sldId="270"/>
            <ac:spMk id="9" creationId="{9A6619C0-0596-4D08-A6F8-37717066E6D8}"/>
          </ac:spMkLst>
        </pc:spChg>
        <pc:spChg chg="mod">
          <ac:chgData name="bruno dernier" userId="0b849cd58950a972" providerId="Windows Live" clId="Web-{0446CE32-15E2-430A-84C7-4F56D3DC4683}" dt="2026-10-07T08:26:22.034" v="188"/>
          <ac:spMkLst>
            <pc:docMk/>
            <pc:sldMk cId="1393267023" sldId="270"/>
            <ac:spMk id="11" creationId="{C48FECD0-B959-423E-8887-40F3E087AE6F}"/>
          </ac:spMkLst>
        </pc:spChg>
      </pc:sldChg>
      <pc:sldChg chg="modSp">
        <pc:chgData name="bruno dernier" userId="0b849cd58950a972" providerId="Windows Live" clId="Web-{0446CE32-15E2-430A-84C7-4F56D3DC4683}" dt="2026-10-07T08:26:22.034" v="192"/>
        <pc:sldMkLst>
          <pc:docMk/>
          <pc:sldMk cId="1363184941" sldId="271"/>
        </pc:sldMkLst>
        <pc:spChg chg="mod">
          <ac:chgData name="bruno dernier" userId="0b849cd58950a972" providerId="Windows Live" clId="Web-{0446CE32-15E2-430A-84C7-4F56D3DC4683}" dt="2026-10-07T08:26:22.034" v="192"/>
          <ac:spMkLst>
            <pc:docMk/>
            <pc:sldMk cId="1363184941" sldId="271"/>
            <ac:spMk id="9" creationId="{7CF0FA95-8EE6-410B-A01B-DD5220F359C6}"/>
          </ac:spMkLst>
        </pc:spChg>
      </pc:sldChg>
      <pc:sldChg chg="modSp">
        <pc:chgData name="bruno dernier" userId="0b849cd58950a972" providerId="Windows Live" clId="Web-{0446CE32-15E2-430A-84C7-4F56D3DC4683}" dt="2026-10-07T08:26:22.034" v="193"/>
        <pc:sldMkLst>
          <pc:docMk/>
          <pc:sldMk cId="1896791013" sldId="272"/>
        </pc:sldMkLst>
        <pc:spChg chg="mod">
          <ac:chgData name="bruno dernier" userId="0b849cd58950a972" providerId="Windows Live" clId="Web-{0446CE32-15E2-430A-84C7-4F56D3DC4683}" dt="2026-10-07T08:26:22.034" v="193"/>
          <ac:spMkLst>
            <pc:docMk/>
            <pc:sldMk cId="1896791013" sldId="272"/>
            <ac:spMk id="10" creationId="{3C6322A6-8A05-497E-9B92-5ECCB4AD01DC}"/>
          </ac:spMkLst>
        </pc:spChg>
      </pc:sldChg>
      <pc:sldChg chg="modSp">
        <pc:chgData name="bruno dernier" userId="0b849cd58950a972" providerId="Windows Live" clId="Web-{0446CE32-15E2-430A-84C7-4F56D3DC4683}" dt="2026-10-07T08:26:22.034" v="194"/>
        <pc:sldMkLst>
          <pc:docMk/>
          <pc:sldMk cId="1942635686" sldId="273"/>
        </pc:sldMkLst>
        <pc:spChg chg="mod">
          <ac:chgData name="bruno dernier" userId="0b849cd58950a972" providerId="Windows Live" clId="Web-{0446CE32-15E2-430A-84C7-4F56D3DC4683}" dt="2026-10-07T08:26:22.034" v="194"/>
          <ac:spMkLst>
            <pc:docMk/>
            <pc:sldMk cId="1942635686" sldId="273"/>
            <ac:spMk id="9" creationId="{A6D28B9C-D284-4008-B26A-2AD627E85766}"/>
          </ac:spMkLst>
        </pc:spChg>
      </pc:sldChg>
      <pc:sldChg chg="modSp">
        <pc:chgData name="bruno dernier" userId="0b849cd58950a972" providerId="Windows Live" clId="Web-{0446CE32-15E2-430A-84C7-4F56D3DC4683}" dt="2026-10-07T08:26:22.034" v="195"/>
        <pc:sldMkLst>
          <pc:docMk/>
          <pc:sldMk cId="1208253844" sldId="274"/>
        </pc:sldMkLst>
        <pc:spChg chg="mod">
          <ac:chgData name="bruno dernier" userId="0b849cd58950a972" providerId="Windows Live" clId="Web-{0446CE32-15E2-430A-84C7-4F56D3DC4683}" dt="2026-10-07T08:26:22.034" v="195"/>
          <ac:spMkLst>
            <pc:docMk/>
            <pc:sldMk cId="1208253844" sldId="274"/>
            <ac:spMk id="11" creationId="{3D3A1DA1-517B-41B1-A8D8-D70A44236D7F}"/>
          </ac:spMkLst>
        </pc:spChg>
      </pc:sldChg>
      <pc:sldChg chg="modSp">
        <pc:chgData name="bruno dernier" userId="0b849cd58950a972" providerId="Windows Live" clId="Web-{0446CE32-15E2-430A-84C7-4F56D3DC4683}" dt="2026-10-07T08:26:22.034" v="196"/>
        <pc:sldMkLst>
          <pc:docMk/>
          <pc:sldMk cId="219241325" sldId="275"/>
        </pc:sldMkLst>
        <pc:spChg chg="mod">
          <ac:chgData name="bruno dernier" userId="0b849cd58950a972" providerId="Windows Live" clId="Web-{0446CE32-15E2-430A-84C7-4F56D3DC4683}" dt="2026-10-07T08:26:22.034" v="196"/>
          <ac:spMkLst>
            <pc:docMk/>
            <pc:sldMk cId="219241325" sldId="275"/>
            <ac:spMk id="19" creationId="{DF276DE7-8607-40BD-95CA-D6AEEC622AA3}"/>
          </ac:spMkLst>
        </pc:spChg>
      </pc:sldChg>
      <pc:sldChg chg="modSp">
        <pc:chgData name="bruno dernier" userId="0b849cd58950a972" providerId="Windows Live" clId="Web-{0446CE32-15E2-430A-84C7-4F56D3DC4683}" dt="2026-10-07T08:26:22.034" v="197"/>
        <pc:sldMkLst>
          <pc:docMk/>
          <pc:sldMk cId="1951747937" sldId="276"/>
        </pc:sldMkLst>
        <pc:spChg chg="mod">
          <ac:chgData name="bruno dernier" userId="0b849cd58950a972" providerId="Windows Live" clId="Web-{0446CE32-15E2-430A-84C7-4F56D3DC4683}" dt="2026-10-07T08:26:22.034" v="197"/>
          <ac:spMkLst>
            <pc:docMk/>
            <pc:sldMk cId="1951747937" sldId="276"/>
            <ac:spMk id="11" creationId="{9AF26C1A-3367-4166-A236-BE5D6C8687F2}"/>
          </ac:spMkLst>
        </pc:spChg>
      </pc:sldChg>
      <pc:sldChg chg="modSp">
        <pc:chgData name="bruno dernier" userId="0b849cd58950a972" providerId="Windows Live" clId="Web-{0446CE32-15E2-430A-84C7-4F56D3DC4683}" dt="2026-10-07T08:26:22.034" v="198"/>
        <pc:sldMkLst>
          <pc:docMk/>
          <pc:sldMk cId="204569066" sldId="277"/>
        </pc:sldMkLst>
        <pc:spChg chg="mod">
          <ac:chgData name="bruno dernier" userId="0b849cd58950a972" providerId="Windows Live" clId="Web-{0446CE32-15E2-430A-84C7-4F56D3DC4683}" dt="2026-10-07T08:26:22.034" v="198"/>
          <ac:spMkLst>
            <pc:docMk/>
            <pc:sldMk cId="204569066" sldId="277"/>
            <ac:spMk id="9" creationId="{E95DA805-4DD4-4BDA-8A40-EDC9B642B424}"/>
          </ac:spMkLst>
        </pc:spChg>
      </pc:sldChg>
      <pc:sldChg chg="modSp">
        <pc:chgData name="bruno dernier" userId="0b849cd58950a972" providerId="Windows Live" clId="Web-{0446CE32-15E2-430A-84C7-4F56D3DC4683}" dt="2026-10-07T08:26:22.034" v="199"/>
        <pc:sldMkLst>
          <pc:docMk/>
          <pc:sldMk cId="852201876" sldId="278"/>
        </pc:sldMkLst>
        <pc:spChg chg="mod">
          <ac:chgData name="bruno dernier" userId="0b849cd58950a972" providerId="Windows Live" clId="Web-{0446CE32-15E2-430A-84C7-4F56D3DC4683}" dt="2026-10-07T08:26:22.034" v="199"/>
          <ac:spMkLst>
            <pc:docMk/>
            <pc:sldMk cId="852201876" sldId="278"/>
            <ac:spMk id="10" creationId="{7C412D72-34BA-4EBF-BB49-707AD6AB2774}"/>
          </ac:spMkLst>
        </pc:spChg>
      </pc:sldChg>
      <pc:sldChg chg="modSp">
        <pc:chgData name="bruno dernier" userId="0b849cd58950a972" providerId="Windows Live" clId="Web-{0446CE32-15E2-430A-84C7-4F56D3DC4683}" dt="2026-10-07T08:26:22.034" v="200"/>
        <pc:sldMkLst>
          <pc:docMk/>
          <pc:sldMk cId="1417374932" sldId="279"/>
        </pc:sldMkLst>
        <pc:spChg chg="mod">
          <ac:chgData name="bruno dernier" userId="0b849cd58950a972" providerId="Windows Live" clId="Web-{0446CE32-15E2-430A-84C7-4F56D3DC4683}" dt="2026-10-07T08:26:22.034" v="200"/>
          <ac:spMkLst>
            <pc:docMk/>
            <pc:sldMk cId="1417374932" sldId="279"/>
            <ac:spMk id="9" creationId="{AC122F25-7739-4E18-994C-068655D0C52C}"/>
          </ac:spMkLst>
        </pc:spChg>
      </pc:sldChg>
      <pc:sldChg chg="modSp">
        <pc:chgData name="bruno dernier" userId="0b849cd58950a972" providerId="Windows Live" clId="Web-{0446CE32-15E2-430A-84C7-4F56D3DC4683}" dt="2026-10-07T08:26:22.034" v="201"/>
        <pc:sldMkLst>
          <pc:docMk/>
          <pc:sldMk cId="1919442984" sldId="280"/>
        </pc:sldMkLst>
        <pc:spChg chg="mod">
          <ac:chgData name="bruno dernier" userId="0b849cd58950a972" providerId="Windows Live" clId="Web-{0446CE32-15E2-430A-84C7-4F56D3DC4683}" dt="2026-10-07T08:26:22.034" v="201"/>
          <ac:spMkLst>
            <pc:docMk/>
            <pc:sldMk cId="1919442984" sldId="280"/>
            <ac:spMk id="9" creationId="{0F18AC98-C530-424B-BDB3-404210DA6A32}"/>
          </ac:spMkLst>
        </pc:spChg>
      </pc:sldChg>
      <pc:sldChg chg="modSp">
        <pc:chgData name="bruno dernier" userId="0b849cd58950a972" providerId="Windows Live" clId="Web-{0446CE32-15E2-430A-84C7-4F56D3DC4683}" dt="2026-10-07T08:26:22.034" v="202"/>
        <pc:sldMkLst>
          <pc:docMk/>
          <pc:sldMk cId="459185274" sldId="281"/>
        </pc:sldMkLst>
        <pc:spChg chg="mod">
          <ac:chgData name="bruno dernier" userId="0b849cd58950a972" providerId="Windows Live" clId="Web-{0446CE32-15E2-430A-84C7-4F56D3DC4683}" dt="2026-10-07T08:26:22.034" v="202"/>
          <ac:spMkLst>
            <pc:docMk/>
            <pc:sldMk cId="459185274" sldId="281"/>
            <ac:spMk id="9" creationId="{C6B79D37-63E9-4DCA-8CA5-9F16D677B85B}"/>
          </ac:spMkLst>
        </pc:spChg>
      </pc:sldChg>
      <pc:sldChg chg="modSp">
        <pc:chgData name="bruno dernier" userId="0b849cd58950a972" providerId="Windows Live" clId="Web-{0446CE32-15E2-430A-84C7-4F56D3DC4683}" dt="2026-10-07T08:26:22.034" v="203"/>
        <pc:sldMkLst>
          <pc:docMk/>
          <pc:sldMk cId="1093977423" sldId="282"/>
        </pc:sldMkLst>
        <pc:spChg chg="mod">
          <ac:chgData name="bruno dernier" userId="0b849cd58950a972" providerId="Windows Live" clId="Web-{0446CE32-15E2-430A-84C7-4F56D3DC4683}" dt="2026-10-07T08:26:22.034" v="203"/>
          <ac:spMkLst>
            <pc:docMk/>
            <pc:sldMk cId="1093977423" sldId="282"/>
            <ac:spMk id="16" creationId="{575F1E84-96A2-41CE-8028-D20A6181E82B}"/>
          </ac:spMkLst>
        </pc:spChg>
      </pc:sldChg>
      <pc:sldChg chg="modSp">
        <pc:chgData name="bruno dernier" userId="0b849cd58950a972" providerId="Windows Live" clId="Web-{0446CE32-15E2-430A-84C7-4F56D3DC4683}" dt="2026-10-07T08:26:22.034" v="204"/>
        <pc:sldMkLst>
          <pc:docMk/>
          <pc:sldMk cId="1934352721" sldId="283"/>
        </pc:sldMkLst>
        <pc:spChg chg="mod">
          <ac:chgData name="bruno dernier" userId="0b849cd58950a972" providerId="Windows Live" clId="Web-{0446CE32-15E2-430A-84C7-4F56D3DC4683}" dt="2026-10-07T08:26:22.034" v="204"/>
          <ac:spMkLst>
            <pc:docMk/>
            <pc:sldMk cId="1934352721" sldId="283"/>
            <ac:spMk id="10" creationId="{BFA5DB49-743B-46A4-9E05-8181FC9DF139}"/>
          </ac:spMkLst>
        </pc:spChg>
      </pc:sldChg>
      <pc:sldChg chg="modSp">
        <pc:chgData name="bruno dernier" userId="0b849cd58950a972" providerId="Windows Live" clId="Web-{0446CE32-15E2-430A-84C7-4F56D3DC4683}" dt="2026-10-07T08:26:22.049" v="205"/>
        <pc:sldMkLst>
          <pc:docMk/>
          <pc:sldMk cId="1999557001" sldId="284"/>
        </pc:sldMkLst>
        <pc:spChg chg="mod">
          <ac:chgData name="bruno dernier" userId="0b849cd58950a972" providerId="Windows Live" clId="Web-{0446CE32-15E2-430A-84C7-4F56D3DC4683}" dt="2026-10-07T08:26:22.049" v="205"/>
          <ac:spMkLst>
            <pc:docMk/>
            <pc:sldMk cId="1999557001" sldId="284"/>
            <ac:spMk id="10" creationId="{9CEF1913-E5D7-49B0-AC40-6589A7D28BC5}"/>
          </ac:spMkLst>
        </pc:spChg>
      </pc:sldChg>
      <pc:sldChg chg="modSp">
        <pc:chgData name="bruno dernier" userId="0b849cd58950a972" providerId="Windows Live" clId="Web-{0446CE32-15E2-430A-84C7-4F56D3DC4683}" dt="2026-10-07T08:26:22.049" v="206"/>
        <pc:sldMkLst>
          <pc:docMk/>
          <pc:sldMk cId="1783647451" sldId="285"/>
        </pc:sldMkLst>
        <pc:spChg chg="mod">
          <ac:chgData name="bruno dernier" userId="0b849cd58950a972" providerId="Windows Live" clId="Web-{0446CE32-15E2-430A-84C7-4F56D3DC4683}" dt="2026-10-07T08:26:22.049" v="206"/>
          <ac:spMkLst>
            <pc:docMk/>
            <pc:sldMk cId="1783647451" sldId="285"/>
            <ac:spMk id="11" creationId="{5E7A201D-F304-41A2-B020-0EC4198DE8C2}"/>
          </ac:spMkLst>
        </pc:spChg>
      </pc:sldChg>
      <pc:sldChg chg="modSp">
        <pc:chgData name="bruno dernier" userId="0b849cd58950a972" providerId="Windows Live" clId="Web-{0446CE32-15E2-430A-84C7-4F56D3DC4683}" dt="2026-10-07T08:26:22.049" v="207"/>
        <pc:sldMkLst>
          <pc:docMk/>
          <pc:sldMk cId="194221101" sldId="286"/>
        </pc:sldMkLst>
        <pc:spChg chg="mod">
          <ac:chgData name="bruno dernier" userId="0b849cd58950a972" providerId="Windows Live" clId="Web-{0446CE32-15E2-430A-84C7-4F56D3DC4683}" dt="2026-10-07T08:26:22.049" v="207"/>
          <ac:spMkLst>
            <pc:docMk/>
            <pc:sldMk cId="194221101" sldId="286"/>
            <ac:spMk id="11" creationId="{D9FDE8CD-F580-4876-B40F-90DBA79B622A}"/>
          </ac:spMkLst>
        </pc:spChg>
      </pc:sldChg>
      <pc:sldChg chg="modSp">
        <pc:chgData name="bruno dernier" userId="0b849cd58950a972" providerId="Windows Live" clId="Web-{0446CE32-15E2-430A-84C7-4F56D3DC4683}" dt="2026-10-07T08:26:22.049" v="208"/>
        <pc:sldMkLst>
          <pc:docMk/>
          <pc:sldMk cId="80127946" sldId="287"/>
        </pc:sldMkLst>
        <pc:spChg chg="mod">
          <ac:chgData name="bruno dernier" userId="0b849cd58950a972" providerId="Windows Live" clId="Web-{0446CE32-15E2-430A-84C7-4F56D3DC4683}" dt="2026-10-07T08:26:22.049" v="208"/>
          <ac:spMkLst>
            <pc:docMk/>
            <pc:sldMk cId="80127946" sldId="287"/>
            <ac:spMk id="9" creationId="{A77F1EF8-0560-4878-9328-35D86355E1D5}"/>
          </ac:spMkLst>
        </pc:spChg>
      </pc:sldChg>
      <pc:sldChg chg="modSp">
        <pc:chgData name="bruno dernier" userId="0b849cd58950a972" providerId="Windows Live" clId="Web-{0446CE32-15E2-430A-84C7-4F56D3DC4683}" dt="2026-10-07T08:26:22.049" v="209"/>
        <pc:sldMkLst>
          <pc:docMk/>
          <pc:sldMk cId="1503255468" sldId="288"/>
        </pc:sldMkLst>
        <pc:spChg chg="mod">
          <ac:chgData name="bruno dernier" userId="0b849cd58950a972" providerId="Windows Live" clId="Web-{0446CE32-15E2-430A-84C7-4F56D3DC4683}" dt="2026-10-07T08:26:22.049" v="209"/>
          <ac:spMkLst>
            <pc:docMk/>
            <pc:sldMk cId="1503255468" sldId="288"/>
            <ac:spMk id="9" creationId="{CC8DD5D1-815F-4673-BDB5-827044B998B7}"/>
          </ac:spMkLst>
        </pc:spChg>
      </pc:sldChg>
      <pc:sldChg chg="modSp add">
        <pc:chgData name="bruno dernier" userId="0b849cd58950a972" providerId="Windows Live" clId="Web-{0446CE32-15E2-430A-84C7-4F56D3DC4683}" dt="2026-10-07T08:40:45.115" v="251"/>
        <pc:sldMkLst>
          <pc:docMk/>
          <pc:sldMk cId="2580168196" sldId="289"/>
        </pc:sldMkLst>
        <pc:spChg chg="mod">
          <ac:chgData name="bruno dernier" userId="0b849cd58950a972" providerId="Windows Live" clId="Web-{0446CE32-15E2-430A-84C7-4F56D3DC4683}" dt="2026-10-07T08:38:11.239" v="215"/>
          <ac:spMkLst>
            <pc:docMk/>
            <pc:sldMk cId="2580168196" sldId="289"/>
            <ac:spMk id="3" creationId="{373E0DE4-0753-462E-9BB4-88B43896A25E}"/>
          </ac:spMkLst>
        </pc:spChg>
        <pc:spChg chg="mod">
          <ac:chgData name="bruno dernier" userId="0b849cd58950a972" providerId="Windows Live" clId="Web-{0446CE32-15E2-430A-84C7-4F56D3DC4683}" dt="2026-10-07T08:40:45.115" v="245"/>
          <ac:spMkLst>
            <pc:docMk/>
            <pc:sldMk cId="2580168196" sldId="289"/>
            <ac:spMk id="4" creationId="{CE62FF78-F78E-41A2-9D26-C22159291F3F}"/>
          </ac:spMkLst>
        </pc:spChg>
        <pc:spChg chg="mod">
          <ac:chgData name="bruno dernier" userId="0b849cd58950a972" providerId="Windows Live" clId="Web-{0446CE32-15E2-430A-84C7-4F56D3DC4683}" dt="2026-10-07T08:38:11.239" v="219"/>
          <ac:spMkLst>
            <pc:docMk/>
            <pc:sldMk cId="2580168196" sldId="289"/>
            <ac:spMk id="5" creationId="{46358EA7-DCE4-4736-9CEE-5C99EC20CC1C}"/>
          </ac:spMkLst>
        </pc:spChg>
        <pc:spChg chg="mod">
          <ac:chgData name="bruno dernier" userId="0b849cd58950a972" providerId="Windows Live" clId="Web-{0446CE32-15E2-430A-84C7-4F56D3DC4683}" dt="2026-10-07T08:40:45.115" v="247"/>
          <ac:spMkLst>
            <pc:docMk/>
            <pc:sldMk cId="2580168196" sldId="289"/>
            <ac:spMk id="6" creationId="{06BD18DE-F1EA-492A-9C71-9CE3F390C83F}"/>
          </ac:spMkLst>
        </pc:spChg>
        <pc:spChg chg="mod">
          <ac:chgData name="bruno dernier" userId="0b849cd58950a972" providerId="Windows Live" clId="Web-{0446CE32-15E2-430A-84C7-4F56D3DC4683}" dt="2026-10-07T08:38:11.239" v="223"/>
          <ac:spMkLst>
            <pc:docMk/>
            <pc:sldMk cId="2580168196" sldId="289"/>
            <ac:spMk id="7" creationId="{F6DBDED1-F728-4D6C-8B6D-75C20240D4AC}"/>
          </ac:spMkLst>
        </pc:spChg>
        <pc:spChg chg="mod">
          <ac:chgData name="bruno dernier" userId="0b849cd58950a972" providerId="Windows Live" clId="Web-{0446CE32-15E2-430A-84C7-4F56D3DC4683}" dt="2026-10-07T08:40:45.115" v="249"/>
          <ac:spMkLst>
            <pc:docMk/>
            <pc:sldMk cId="2580168196" sldId="289"/>
            <ac:spMk id="9" creationId="{4CA5438B-7C3A-4B02-B61B-3DB92EEF758D}"/>
          </ac:spMkLst>
        </pc:spChg>
        <pc:spChg chg="mod">
          <ac:chgData name="bruno dernier" userId="0b849cd58950a972" providerId="Windows Live" clId="Web-{0446CE32-15E2-430A-84C7-4F56D3DC4683}" dt="2026-10-07T08:40:45.115" v="251"/>
          <ac:spMkLst>
            <pc:docMk/>
            <pc:sldMk cId="2580168196" sldId="289"/>
            <ac:spMk id="11" creationId="{8B783D16-5543-4307-A547-16E1C359E824}"/>
          </ac:spMkLst>
        </pc:spChg>
        <pc:spChg chg="mod">
          <ac:chgData name="bruno dernier" userId="0b849cd58950a972" providerId="Windows Live" clId="Web-{0446CE32-15E2-430A-84C7-4F56D3DC4683}" dt="2026-10-07T08:38:11.239" v="229"/>
          <ac:spMkLst>
            <pc:docMk/>
            <pc:sldMk cId="2580168196" sldId="289"/>
            <ac:spMk id="13" creationId="{0D073201-3BA2-4FE7-A21E-8A0653D86751}"/>
          </ac:spMkLst>
        </pc:spChg>
        <pc:spChg chg="mod">
          <ac:chgData name="bruno dernier" userId="0b849cd58950a972" providerId="Windows Live" clId="Web-{0446CE32-15E2-430A-84C7-4F56D3DC4683}" dt="2026-10-07T08:26:22.034" v="189"/>
          <ac:spMkLst>
            <pc:docMk/>
            <pc:sldMk cId="2580168196" sldId="289"/>
            <ac:spMk id="15" creationId="{814608BE-97AF-40D2-ADFD-E2B1965FE3EC}"/>
          </ac:spMkLst>
        </pc:spChg>
      </pc:sldChg>
      <pc:sldChg chg="modSp add">
        <pc:chgData name="bruno dernier" userId="0b849cd58950a972" providerId="Windows Live" clId="Web-{0446CE32-15E2-430A-84C7-4F56D3DC4683}" dt="2026-10-07T08:38:11.255" v="243"/>
        <pc:sldMkLst>
          <pc:docMk/>
          <pc:sldMk cId="2322753812" sldId="290"/>
        </pc:sldMkLst>
        <pc:spChg chg="mod">
          <ac:chgData name="bruno dernier" userId="0b849cd58950a972" providerId="Windows Live" clId="Web-{0446CE32-15E2-430A-84C7-4F56D3DC4683}" dt="2026-10-07T08:38:11.255" v="231"/>
          <ac:spMkLst>
            <pc:docMk/>
            <pc:sldMk cId="2322753812" sldId="290"/>
            <ac:spMk id="3" creationId="{1F2B1BBB-A007-4AFF-A8D2-FF98E42048E7}"/>
          </ac:spMkLst>
        </pc:spChg>
        <pc:spChg chg="mod">
          <ac:chgData name="bruno dernier" userId="0b849cd58950a972" providerId="Windows Live" clId="Web-{0446CE32-15E2-430A-84C7-4F56D3DC4683}" dt="2026-10-07T08:38:11.255" v="233"/>
          <ac:spMkLst>
            <pc:docMk/>
            <pc:sldMk cId="2322753812" sldId="290"/>
            <ac:spMk id="4" creationId="{C5B30748-563D-481A-A31F-424D4555A1E7}"/>
          </ac:spMkLst>
        </pc:spChg>
        <pc:spChg chg="mod">
          <ac:chgData name="bruno dernier" userId="0b849cd58950a972" providerId="Windows Live" clId="Web-{0446CE32-15E2-430A-84C7-4F56D3DC4683}" dt="2026-10-07T08:38:11.255" v="235"/>
          <ac:spMkLst>
            <pc:docMk/>
            <pc:sldMk cId="2322753812" sldId="290"/>
            <ac:spMk id="5" creationId="{C85170CF-E7B3-4771-847C-E6AFDFB74470}"/>
          </ac:spMkLst>
        </pc:spChg>
        <pc:spChg chg="mod">
          <ac:chgData name="bruno dernier" userId="0b849cd58950a972" providerId="Windows Live" clId="Web-{0446CE32-15E2-430A-84C7-4F56D3DC4683}" dt="2026-10-07T08:38:11.255" v="237"/>
          <ac:spMkLst>
            <pc:docMk/>
            <pc:sldMk cId="2322753812" sldId="290"/>
            <ac:spMk id="6" creationId="{5E5BFB5B-2E94-4021-944E-B7BF786E3CDE}"/>
          </ac:spMkLst>
        </pc:spChg>
        <pc:spChg chg="mod">
          <ac:chgData name="bruno dernier" userId="0b849cd58950a972" providerId="Windows Live" clId="Web-{0446CE32-15E2-430A-84C7-4F56D3DC4683}" dt="2026-10-07T08:38:11.255" v="239"/>
          <ac:spMkLst>
            <pc:docMk/>
            <pc:sldMk cId="2322753812" sldId="290"/>
            <ac:spMk id="7" creationId="{989739C7-230B-41E9-B3DA-CC7CF2A245AD}"/>
          </ac:spMkLst>
        </pc:spChg>
        <pc:spChg chg="mod">
          <ac:chgData name="bruno dernier" userId="0b849cd58950a972" providerId="Windows Live" clId="Web-{0446CE32-15E2-430A-84C7-4F56D3DC4683}" dt="2026-10-07T08:38:11.255" v="241"/>
          <ac:spMkLst>
            <pc:docMk/>
            <pc:sldMk cId="2322753812" sldId="290"/>
            <ac:spMk id="8" creationId="{B2CC35CF-2C2E-4335-BC9A-2F26C5327648}"/>
          </ac:spMkLst>
        </pc:spChg>
        <pc:spChg chg="mod">
          <ac:chgData name="bruno dernier" userId="0b849cd58950a972" providerId="Windows Live" clId="Web-{0446CE32-15E2-430A-84C7-4F56D3DC4683}" dt="2026-10-07T08:38:11.255" v="243"/>
          <ac:spMkLst>
            <pc:docMk/>
            <pc:sldMk cId="2322753812" sldId="290"/>
            <ac:spMk id="9" creationId="{9A6619C0-0596-4D08-A6F8-37717066E6D8}"/>
          </ac:spMkLst>
        </pc:spChg>
        <pc:spChg chg="mod">
          <ac:chgData name="bruno dernier" userId="0b849cd58950a972" providerId="Windows Live" clId="Web-{0446CE32-15E2-430A-84C7-4F56D3DC4683}" dt="2026-10-07T08:26:22.034" v="190"/>
          <ac:spMkLst>
            <pc:docMk/>
            <pc:sldMk cId="2322753812" sldId="290"/>
            <ac:spMk id="11" creationId="{C48FECD0-B959-423E-8887-40F3E087AE6F}"/>
          </ac:spMkLst>
        </pc:spChg>
      </pc:sldChg>
      <pc:sldChg chg="modSp add">
        <pc:chgData name="bruno dernier" userId="0b849cd58950a972" providerId="Windows Live" clId="Web-{0446CE32-15E2-430A-84C7-4F56D3DC4683}" dt="2026-10-07T08:26:22.034" v="191"/>
        <pc:sldMkLst>
          <pc:docMk/>
          <pc:sldMk cId="3007709208" sldId="291"/>
        </pc:sldMkLst>
        <pc:spChg chg="mod">
          <ac:chgData name="bruno dernier" userId="0b849cd58950a972" providerId="Windows Live" clId="Web-{0446CE32-15E2-430A-84C7-4F56D3DC4683}" dt="2026-10-07T08:22:09.174" v="161"/>
          <ac:spMkLst>
            <pc:docMk/>
            <pc:sldMk cId="3007709208" sldId="291"/>
            <ac:spMk id="3" creationId="{1F2B1BBB-A007-4AFF-A8D2-FF98E42048E7}"/>
          </ac:spMkLst>
        </pc:spChg>
        <pc:spChg chg="mod">
          <ac:chgData name="bruno dernier" userId="0b849cd58950a972" providerId="Windows Live" clId="Web-{0446CE32-15E2-430A-84C7-4F56D3DC4683}" dt="2026-10-07T08:22:09.174" v="163"/>
          <ac:spMkLst>
            <pc:docMk/>
            <pc:sldMk cId="3007709208" sldId="291"/>
            <ac:spMk id="4" creationId="{C5B30748-563D-481A-A31F-424D4555A1E7}"/>
          </ac:spMkLst>
        </pc:spChg>
        <pc:spChg chg="mod">
          <ac:chgData name="bruno dernier" userId="0b849cd58950a972" providerId="Windows Live" clId="Web-{0446CE32-15E2-430A-84C7-4F56D3DC4683}" dt="2026-10-07T08:22:09.189" v="167"/>
          <ac:spMkLst>
            <pc:docMk/>
            <pc:sldMk cId="3007709208" sldId="291"/>
            <ac:spMk id="5" creationId="{C85170CF-E7B3-4771-847C-E6AFDFB74470}"/>
          </ac:spMkLst>
        </pc:spChg>
        <pc:spChg chg="mod">
          <ac:chgData name="bruno dernier" userId="0b849cd58950a972" providerId="Windows Live" clId="Web-{0446CE32-15E2-430A-84C7-4F56D3DC4683}" dt="2026-10-07T08:22:09.189" v="169"/>
          <ac:spMkLst>
            <pc:docMk/>
            <pc:sldMk cId="3007709208" sldId="291"/>
            <ac:spMk id="6" creationId="{5E5BFB5B-2E94-4021-944E-B7BF786E3CDE}"/>
          </ac:spMkLst>
        </pc:spChg>
        <pc:spChg chg="mod">
          <ac:chgData name="bruno dernier" userId="0b849cd58950a972" providerId="Windows Live" clId="Web-{0446CE32-15E2-430A-84C7-4F56D3DC4683}" dt="2026-10-07T08:22:09.189" v="171"/>
          <ac:spMkLst>
            <pc:docMk/>
            <pc:sldMk cId="3007709208" sldId="291"/>
            <ac:spMk id="7" creationId="{989739C7-230B-41E9-B3DA-CC7CF2A245AD}"/>
          </ac:spMkLst>
        </pc:spChg>
        <pc:spChg chg="mod">
          <ac:chgData name="bruno dernier" userId="0b849cd58950a972" providerId="Windows Live" clId="Web-{0446CE32-15E2-430A-84C7-4F56D3DC4683}" dt="2026-10-07T08:22:09.189" v="173"/>
          <ac:spMkLst>
            <pc:docMk/>
            <pc:sldMk cId="3007709208" sldId="291"/>
            <ac:spMk id="9" creationId="{9A6619C0-0596-4D08-A6F8-37717066E6D8}"/>
          </ac:spMkLst>
        </pc:spChg>
        <pc:spChg chg="mod">
          <ac:chgData name="bruno dernier" userId="0b849cd58950a972" providerId="Windows Live" clId="Web-{0446CE32-15E2-430A-84C7-4F56D3DC4683}" dt="2026-10-07T08:26:22.034" v="191"/>
          <ac:spMkLst>
            <pc:docMk/>
            <pc:sldMk cId="3007709208" sldId="291"/>
            <ac:spMk id="11" creationId="{C48FECD0-B959-423E-8887-40F3E087AE6F}"/>
          </ac:spMkLst>
        </pc:spChg>
      </pc:sldChg>
    </pc:docChg>
  </pc:docChgLst>
  <pc:docChgLst>
    <pc:chgData name="bruno dernier" userId="0b849cd58950a972" providerId="Windows Live" clId="Web-{1C2E6551-6B0F-4BCB-48CC-EAE4A9293489}"/>
    <pc:docChg chg="addSld modSld sldOrd">
      <pc:chgData name="bruno dernier" userId="0b849cd58950a972" providerId="Windows Live" clId="Web-{1C2E6551-6B0F-4BCB-48CC-EAE4A9293489}" dt="2026-10-07T09:55:53.129" v="144" actId="20577"/>
      <pc:docMkLst>
        <pc:docMk/>
      </pc:docMkLst>
      <pc:sldChg chg="modSp">
        <pc:chgData name="bruno dernier" userId="0b849cd58950a972" providerId="Windows Live" clId="Web-{1C2E6551-6B0F-4BCB-48CC-EAE4A9293489}" dt="2026-10-07T09:55:53.129" v="144" actId="20577"/>
        <pc:sldMkLst>
          <pc:docMk/>
          <pc:sldMk cId="1737938223" sldId="256"/>
        </pc:sldMkLst>
        <pc:spChg chg="mod">
          <ac:chgData name="bruno dernier" userId="0b849cd58950a972" providerId="Windows Live" clId="Web-{1C2E6551-6B0F-4BCB-48CC-EAE4A9293489}" dt="2026-10-07T09:55:53.129" v="144" actId="20577"/>
          <ac:spMkLst>
            <pc:docMk/>
            <pc:sldMk cId="1737938223" sldId="256"/>
            <ac:spMk id="5" creationId="{7DF83AD1-F2A1-4345-950D-B08083EBC2C2}"/>
          </ac:spMkLst>
        </pc:spChg>
        <pc:spChg chg="mod">
          <ac:chgData name="bruno dernier" userId="0b849cd58950a972" providerId="Windows Live" clId="Web-{1C2E6551-6B0F-4BCB-48CC-EAE4A9293489}" dt="2026-10-07T09:31:39.533" v="93"/>
          <ac:spMkLst>
            <pc:docMk/>
            <pc:sldMk cId="1737938223" sldId="256"/>
            <ac:spMk id="7" creationId="{A98E8E27-3C9F-40C0-B08A-B3FB08C2EFD4}"/>
          </ac:spMkLst>
        </pc:spChg>
      </pc:sldChg>
      <pc:sldChg chg="modSp">
        <pc:chgData name="bruno dernier" userId="0b849cd58950a972" providerId="Windows Live" clId="Web-{1C2E6551-6B0F-4BCB-48CC-EAE4A9293489}" dt="2026-10-07T09:31:39.533" v="94"/>
        <pc:sldMkLst>
          <pc:docMk/>
          <pc:sldMk cId="2060554343" sldId="257"/>
        </pc:sldMkLst>
        <pc:spChg chg="mod">
          <ac:chgData name="bruno dernier" userId="0b849cd58950a972" providerId="Windows Live" clId="Web-{1C2E6551-6B0F-4BCB-48CC-EAE4A9293489}" dt="2026-10-07T09:31:39.533" v="94"/>
          <ac:spMkLst>
            <pc:docMk/>
            <pc:sldMk cId="2060554343" sldId="257"/>
            <ac:spMk id="9" creationId="{D35762CF-63A2-4188-92A2-91C7AC6DF554}"/>
          </ac:spMkLst>
        </pc:spChg>
      </pc:sldChg>
      <pc:sldChg chg="modSp">
        <pc:chgData name="bruno dernier" userId="0b849cd58950a972" providerId="Windows Live" clId="Web-{1C2E6551-6B0F-4BCB-48CC-EAE4A9293489}" dt="2026-10-07T09:31:39.533" v="96"/>
        <pc:sldMkLst>
          <pc:docMk/>
          <pc:sldMk cId="1050274375" sldId="258"/>
        </pc:sldMkLst>
        <pc:spChg chg="mod">
          <ac:chgData name="bruno dernier" userId="0b849cd58950a972" providerId="Windows Live" clId="Web-{1C2E6551-6B0F-4BCB-48CC-EAE4A9293489}" dt="2026-10-07T09:31:39.533" v="96"/>
          <ac:spMkLst>
            <pc:docMk/>
            <pc:sldMk cId="1050274375" sldId="258"/>
            <ac:spMk id="10" creationId="{183364BF-7703-4646-8BA5-1376FE88B755}"/>
          </ac:spMkLst>
        </pc:spChg>
      </pc:sldChg>
      <pc:sldChg chg="modSp">
        <pc:chgData name="bruno dernier" userId="0b849cd58950a972" providerId="Windows Live" clId="Web-{1C2E6551-6B0F-4BCB-48CC-EAE4A9293489}" dt="2026-10-07T09:31:39.533" v="95"/>
        <pc:sldMkLst>
          <pc:docMk/>
          <pc:sldMk cId="783629269" sldId="259"/>
        </pc:sldMkLst>
        <pc:spChg chg="mod">
          <ac:chgData name="bruno dernier" userId="0b849cd58950a972" providerId="Windows Live" clId="Web-{1C2E6551-6B0F-4BCB-48CC-EAE4A9293489}" dt="2026-10-07T09:31:39.533" v="95"/>
          <ac:spMkLst>
            <pc:docMk/>
            <pc:sldMk cId="783629269" sldId="259"/>
            <ac:spMk id="10" creationId="{50763B75-0CC8-46D7-BADC-FAFFFAD4D124}"/>
          </ac:spMkLst>
        </pc:spChg>
      </pc:sldChg>
      <pc:sldChg chg="modSp">
        <pc:chgData name="bruno dernier" userId="0b849cd58950a972" providerId="Windows Live" clId="Web-{1C2E6551-6B0F-4BCB-48CC-EAE4A9293489}" dt="2026-10-07T09:31:39.533" v="97"/>
        <pc:sldMkLst>
          <pc:docMk/>
          <pc:sldMk cId="601063271" sldId="260"/>
        </pc:sldMkLst>
        <pc:spChg chg="mod">
          <ac:chgData name="bruno dernier" userId="0b849cd58950a972" providerId="Windows Live" clId="Web-{1C2E6551-6B0F-4BCB-48CC-EAE4A9293489}" dt="2026-10-07T09:31:39.533" v="97"/>
          <ac:spMkLst>
            <pc:docMk/>
            <pc:sldMk cId="601063271" sldId="260"/>
            <ac:spMk id="11" creationId="{E18A74CB-4D9D-4C04-9C00-6B6D52BB1059}"/>
          </ac:spMkLst>
        </pc:spChg>
      </pc:sldChg>
      <pc:sldChg chg="modSp">
        <pc:chgData name="bruno dernier" userId="0b849cd58950a972" providerId="Windows Live" clId="Web-{1C2E6551-6B0F-4BCB-48CC-EAE4A9293489}" dt="2026-10-07T09:31:39.533" v="98"/>
        <pc:sldMkLst>
          <pc:docMk/>
          <pc:sldMk cId="1494297256" sldId="261"/>
        </pc:sldMkLst>
        <pc:spChg chg="mod">
          <ac:chgData name="bruno dernier" userId="0b849cd58950a972" providerId="Windows Live" clId="Web-{1C2E6551-6B0F-4BCB-48CC-EAE4A9293489}" dt="2026-10-07T09:31:39.533" v="98"/>
          <ac:spMkLst>
            <pc:docMk/>
            <pc:sldMk cId="1494297256" sldId="261"/>
            <ac:spMk id="10" creationId="{10527970-0B5E-47E9-8EC8-338493A340B7}"/>
          </ac:spMkLst>
        </pc:spChg>
      </pc:sldChg>
      <pc:sldChg chg="modSp">
        <pc:chgData name="bruno dernier" userId="0b849cd58950a972" providerId="Windows Live" clId="Web-{1C2E6551-6B0F-4BCB-48CC-EAE4A9293489}" dt="2026-10-07T09:31:39.533" v="99"/>
        <pc:sldMkLst>
          <pc:docMk/>
          <pc:sldMk cId="619638204" sldId="262"/>
        </pc:sldMkLst>
        <pc:spChg chg="mod">
          <ac:chgData name="bruno dernier" userId="0b849cd58950a972" providerId="Windows Live" clId="Web-{1C2E6551-6B0F-4BCB-48CC-EAE4A9293489}" dt="2026-10-07T09:31:39.533" v="99"/>
          <ac:spMkLst>
            <pc:docMk/>
            <pc:sldMk cId="619638204" sldId="262"/>
            <ac:spMk id="10" creationId="{378E4113-53B6-4301-8D0F-D8D39C38714B}"/>
          </ac:spMkLst>
        </pc:spChg>
      </pc:sldChg>
      <pc:sldChg chg="modSp">
        <pc:chgData name="bruno dernier" userId="0b849cd58950a972" providerId="Windows Live" clId="Web-{1C2E6551-6B0F-4BCB-48CC-EAE4A9293489}" dt="2026-10-07T09:31:39.533" v="100"/>
        <pc:sldMkLst>
          <pc:docMk/>
          <pc:sldMk cId="1267929452" sldId="263"/>
        </pc:sldMkLst>
        <pc:spChg chg="mod">
          <ac:chgData name="bruno dernier" userId="0b849cd58950a972" providerId="Windows Live" clId="Web-{1C2E6551-6B0F-4BCB-48CC-EAE4A9293489}" dt="2026-10-07T09:31:39.533" v="100"/>
          <ac:spMkLst>
            <pc:docMk/>
            <pc:sldMk cId="1267929452" sldId="263"/>
            <ac:spMk id="9" creationId="{25C663DA-3AA4-4DA0-A773-830C2A20E55E}"/>
          </ac:spMkLst>
        </pc:spChg>
      </pc:sldChg>
      <pc:sldChg chg="modSp">
        <pc:chgData name="bruno dernier" userId="0b849cd58950a972" providerId="Windows Live" clId="Web-{1C2E6551-6B0F-4BCB-48CC-EAE4A9293489}" dt="2026-10-07T09:31:39.533" v="101"/>
        <pc:sldMkLst>
          <pc:docMk/>
          <pc:sldMk cId="311188475" sldId="264"/>
        </pc:sldMkLst>
        <pc:spChg chg="mod">
          <ac:chgData name="bruno dernier" userId="0b849cd58950a972" providerId="Windows Live" clId="Web-{1C2E6551-6B0F-4BCB-48CC-EAE4A9293489}" dt="2026-10-07T09:31:39.533" v="101"/>
          <ac:spMkLst>
            <pc:docMk/>
            <pc:sldMk cId="311188475" sldId="264"/>
            <ac:spMk id="11" creationId="{F80327C9-829F-4FFD-85ED-422670021A59}"/>
          </ac:spMkLst>
        </pc:spChg>
      </pc:sldChg>
      <pc:sldChg chg="modSp">
        <pc:chgData name="bruno dernier" userId="0b849cd58950a972" providerId="Windows Live" clId="Web-{1C2E6551-6B0F-4BCB-48CC-EAE4A9293489}" dt="2026-10-07T09:31:39.533" v="102"/>
        <pc:sldMkLst>
          <pc:docMk/>
          <pc:sldMk cId="1762447967" sldId="265"/>
        </pc:sldMkLst>
        <pc:spChg chg="mod">
          <ac:chgData name="bruno dernier" userId="0b849cd58950a972" providerId="Windows Live" clId="Web-{1C2E6551-6B0F-4BCB-48CC-EAE4A9293489}" dt="2026-10-07T09:31:39.533" v="102"/>
          <ac:spMkLst>
            <pc:docMk/>
            <pc:sldMk cId="1762447967" sldId="265"/>
            <ac:spMk id="10" creationId="{79AE5B7E-D356-4FB3-B19C-C82BA49BEF58}"/>
          </ac:spMkLst>
        </pc:spChg>
      </pc:sldChg>
      <pc:sldChg chg="modSp">
        <pc:chgData name="bruno dernier" userId="0b849cd58950a972" providerId="Windows Live" clId="Web-{1C2E6551-6B0F-4BCB-48CC-EAE4A9293489}" dt="2026-10-07T09:31:39.533" v="103"/>
        <pc:sldMkLst>
          <pc:docMk/>
          <pc:sldMk cId="997218945" sldId="266"/>
        </pc:sldMkLst>
        <pc:spChg chg="mod">
          <ac:chgData name="bruno dernier" userId="0b849cd58950a972" providerId="Windows Live" clId="Web-{1C2E6551-6B0F-4BCB-48CC-EAE4A9293489}" dt="2026-10-07T09:31:39.533" v="103"/>
          <ac:spMkLst>
            <pc:docMk/>
            <pc:sldMk cId="997218945" sldId="266"/>
            <ac:spMk id="10" creationId="{E3FF8578-7DED-49B4-914B-A28CA0726A3B}"/>
          </ac:spMkLst>
        </pc:spChg>
      </pc:sldChg>
      <pc:sldChg chg="modSp">
        <pc:chgData name="bruno dernier" userId="0b849cd58950a972" providerId="Windows Live" clId="Web-{1C2E6551-6B0F-4BCB-48CC-EAE4A9293489}" dt="2026-10-07T09:31:39.533" v="104"/>
        <pc:sldMkLst>
          <pc:docMk/>
          <pc:sldMk cId="1704354927" sldId="267"/>
        </pc:sldMkLst>
        <pc:spChg chg="mod">
          <ac:chgData name="bruno dernier" userId="0b849cd58950a972" providerId="Windows Live" clId="Web-{1C2E6551-6B0F-4BCB-48CC-EAE4A9293489}" dt="2026-10-07T09:31:39.533" v="104"/>
          <ac:spMkLst>
            <pc:docMk/>
            <pc:sldMk cId="1704354927" sldId="267"/>
            <ac:spMk id="10" creationId="{E822E964-EBA5-4644-815D-21057DC38D0E}"/>
          </ac:spMkLst>
        </pc:spChg>
      </pc:sldChg>
      <pc:sldChg chg="modSp">
        <pc:chgData name="bruno dernier" userId="0b849cd58950a972" providerId="Windows Live" clId="Web-{1C2E6551-6B0F-4BCB-48CC-EAE4A9293489}" dt="2026-10-07T09:31:39.533" v="105"/>
        <pc:sldMkLst>
          <pc:docMk/>
          <pc:sldMk cId="1850201952" sldId="268"/>
        </pc:sldMkLst>
        <pc:spChg chg="mod">
          <ac:chgData name="bruno dernier" userId="0b849cd58950a972" providerId="Windows Live" clId="Web-{1C2E6551-6B0F-4BCB-48CC-EAE4A9293489}" dt="2026-10-07T09:31:39.533" v="105"/>
          <ac:spMkLst>
            <pc:docMk/>
            <pc:sldMk cId="1850201952" sldId="268"/>
            <ac:spMk id="11" creationId="{AE30E3A9-609B-4D69-9CC4-D0A38A77A486}"/>
          </ac:spMkLst>
        </pc:spChg>
      </pc:sldChg>
      <pc:sldChg chg="modSp">
        <pc:chgData name="bruno dernier" userId="0b849cd58950a972" providerId="Windows Live" clId="Web-{1C2E6551-6B0F-4BCB-48CC-EAE4A9293489}" dt="2026-10-07T09:31:39.533" v="106"/>
        <pc:sldMkLst>
          <pc:docMk/>
          <pc:sldMk cId="360239165" sldId="269"/>
        </pc:sldMkLst>
        <pc:spChg chg="mod">
          <ac:chgData name="bruno dernier" userId="0b849cd58950a972" providerId="Windows Live" clId="Web-{1C2E6551-6B0F-4BCB-48CC-EAE4A9293489}" dt="2026-10-07T09:31:39.533" v="106"/>
          <ac:spMkLst>
            <pc:docMk/>
            <pc:sldMk cId="360239165" sldId="269"/>
            <ac:spMk id="15" creationId="{814608BE-97AF-40D2-ADFD-E2B1965FE3EC}"/>
          </ac:spMkLst>
        </pc:spChg>
      </pc:sldChg>
      <pc:sldChg chg="modSp">
        <pc:chgData name="bruno dernier" userId="0b849cd58950a972" providerId="Windows Live" clId="Web-{1C2E6551-6B0F-4BCB-48CC-EAE4A9293489}" dt="2026-10-07T09:31:39.533" v="107"/>
        <pc:sldMkLst>
          <pc:docMk/>
          <pc:sldMk cId="1393267023" sldId="270"/>
        </pc:sldMkLst>
        <pc:spChg chg="mod">
          <ac:chgData name="bruno dernier" userId="0b849cd58950a972" providerId="Windows Live" clId="Web-{1C2E6551-6B0F-4BCB-48CC-EAE4A9293489}" dt="2026-10-07T09:16:28.461" v="10" actId="20577"/>
          <ac:spMkLst>
            <pc:docMk/>
            <pc:sldMk cId="1393267023" sldId="270"/>
            <ac:spMk id="6" creationId="{5E5BFB5B-2E94-4021-944E-B7BF786E3CDE}"/>
          </ac:spMkLst>
        </pc:spChg>
        <pc:spChg chg="mod">
          <ac:chgData name="bruno dernier" userId="0b849cd58950a972" providerId="Windows Live" clId="Web-{1C2E6551-6B0F-4BCB-48CC-EAE4A9293489}" dt="2026-10-07T09:16:23.242" v="2" actId="20577"/>
          <ac:spMkLst>
            <pc:docMk/>
            <pc:sldMk cId="1393267023" sldId="270"/>
            <ac:spMk id="7" creationId="{989739C7-230B-41E9-B3DA-CC7CF2A245AD}"/>
          </ac:spMkLst>
        </pc:spChg>
        <pc:spChg chg="mod">
          <ac:chgData name="bruno dernier" userId="0b849cd58950a972" providerId="Windows Live" clId="Web-{1C2E6551-6B0F-4BCB-48CC-EAE4A9293489}" dt="2026-10-07T09:31:39.533" v="107"/>
          <ac:spMkLst>
            <pc:docMk/>
            <pc:sldMk cId="1393267023" sldId="270"/>
            <ac:spMk id="11" creationId="{C48FECD0-B959-423E-8887-40F3E087AE6F}"/>
          </ac:spMkLst>
        </pc:spChg>
      </pc:sldChg>
      <pc:sldChg chg="modSp">
        <pc:chgData name="bruno dernier" userId="0b849cd58950a972" providerId="Windows Live" clId="Web-{1C2E6551-6B0F-4BCB-48CC-EAE4A9293489}" dt="2026-10-07T09:31:39.549" v="111"/>
        <pc:sldMkLst>
          <pc:docMk/>
          <pc:sldMk cId="1363184941" sldId="271"/>
        </pc:sldMkLst>
        <pc:spChg chg="mod">
          <ac:chgData name="bruno dernier" userId="0b849cd58950a972" providerId="Windows Live" clId="Web-{1C2E6551-6B0F-4BCB-48CC-EAE4A9293489}" dt="2026-10-07T09:31:39.549" v="111"/>
          <ac:spMkLst>
            <pc:docMk/>
            <pc:sldMk cId="1363184941" sldId="271"/>
            <ac:spMk id="9" creationId="{7CF0FA95-8EE6-410B-A01B-DD5220F359C6}"/>
          </ac:spMkLst>
        </pc:spChg>
      </pc:sldChg>
      <pc:sldChg chg="modSp">
        <pc:chgData name="bruno dernier" userId="0b849cd58950a972" providerId="Windows Live" clId="Web-{1C2E6551-6B0F-4BCB-48CC-EAE4A9293489}" dt="2026-10-07T09:31:39.549" v="113"/>
        <pc:sldMkLst>
          <pc:docMk/>
          <pc:sldMk cId="1896791013" sldId="272"/>
        </pc:sldMkLst>
        <pc:spChg chg="mod">
          <ac:chgData name="bruno dernier" userId="0b849cd58950a972" providerId="Windows Live" clId="Web-{1C2E6551-6B0F-4BCB-48CC-EAE4A9293489}" dt="2026-10-07T09:31:29.361" v="86"/>
          <ac:spMkLst>
            <pc:docMk/>
            <pc:sldMk cId="1896791013" sldId="272"/>
            <ac:spMk id="3" creationId="{46430DDC-3763-4E8F-9104-0E106BCCD042}"/>
          </ac:spMkLst>
        </pc:spChg>
        <pc:spChg chg="mod">
          <ac:chgData name="bruno dernier" userId="0b849cd58950a972" providerId="Windows Live" clId="Web-{1C2E6551-6B0F-4BCB-48CC-EAE4A9293489}" dt="2026-10-07T09:31:29.361" v="87"/>
          <ac:spMkLst>
            <pc:docMk/>
            <pc:sldMk cId="1896791013" sldId="272"/>
            <ac:spMk id="5" creationId="{5A5C3C28-D9A7-4807-8AF9-7FC98E0C68B0}"/>
          </ac:spMkLst>
        </pc:spChg>
        <pc:spChg chg="mod">
          <ac:chgData name="bruno dernier" userId="0b849cd58950a972" providerId="Windows Live" clId="Web-{1C2E6551-6B0F-4BCB-48CC-EAE4A9293489}" dt="2026-10-07T09:31:29.361" v="91"/>
          <ac:spMkLst>
            <pc:docMk/>
            <pc:sldMk cId="1896791013" sldId="272"/>
            <ac:spMk id="6" creationId="{16800301-18AF-4285-869A-1A673B6FBAD5}"/>
          </ac:spMkLst>
        </pc:spChg>
        <pc:spChg chg="mod">
          <ac:chgData name="bruno dernier" userId="0b849cd58950a972" providerId="Windows Live" clId="Web-{1C2E6551-6B0F-4BCB-48CC-EAE4A9293489}" dt="2026-10-07T09:31:29.361" v="92"/>
          <ac:spMkLst>
            <pc:docMk/>
            <pc:sldMk cId="1896791013" sldId="272"/>
            <ac:spMk id="8" creationId="{95434D36-19DD-443D-A8C5-C87A2346B0EB}"/>
          </ac:spMkLst>
        </pc:spChg>
        <pc:spChg chg="mod">
          <ac:chgData name="bruno dernier" userId="0b849cd58950a972" providerId="Windows Live" clId="Web-{1C2E6551-6B0F-4BCB-48CC-EAE4A9293489}" dt="2026-10-07T09:31:39.549" v="113"/>
          <ac:spMkLst>
            <pc:docMk/>
            <pc:sldMk cId="1896791013" sldId="272"/>
            <ac:spMk id="10" creationId="{3C6322A6-8A05-497E-9B92-5ECCB4AD01DC}"/>
          </ac:spMkLst>
        </pc:spChg>
      </pc:sldChg>
      <pc:sldChg chg="modSp">
        <pc:chgData name="bruno dernier" userId="0b849cd58950a972" providerId="Windows Live" clId="Web-{1C2E6551-6B0F-4BCB-48CC-EAE4A9293489}" dt="2026-10-07T09:35:53.708" v="135"/>
        <pc:sldMkLst>
          <pc:docMk/>
          <pc:sldMk cId="1942635686" sldId="273"/>
        </pc:sldMkLst>
        <pc:spChg chg="mod">
          <ac:chgData name="bruno dernier" userId="0b849cd58950a972" providerId="Windows Live" clId="Web-{1C2E6551-6B0F-4BCB-48CC-EAE4A9293489}" dt="2026-10-07T09:35:53.708" v="130"/>
          <ac:spMkLst>
            <pc:docMk/>
            <pc:sldMk cId="1942635686" sldId="273"/>
            <ac:spMk id="3" creationId="{C04A8DB0-916B-4069-A8B0-F7675BFE15B5}"/>
          </ac:spMkLst>
        </pc:spChg>
        <pc:spChg chg="mod">
          <ac:chgData name="bruno dernier" userId="0b849cd58950a972" providerId="Windows Live" clId="Web-{1C2E6551-6B0F-4BCB-48CC-EAE4A9293489}" dt="2026-10-07T09:35:53.708" v="131"/>
          <ac:spMkLst>
            <pc:docMk/>
            <pc:sldMk cId="1942635686" sldId="273"/>
            <ac:spMk id="4" creationId="{BCB40B91-ACD5-493C-8FD7-3A615B68E445}"/>
          </ac:spMkLst>
        </pc:spChg>
        <pc:spChg chg="mod">
          <ac:chgData name="bruno dernier" userId="0b849cd58950a972" providerId="Windows Live" clId="Web-{1C2E6551-6B0F-4BCB-48CC-EAE4A9293489}" dt="2026-10-07T09:35:53.708" v="134"/>
          <ac:spMkLst>
            <pc:docMk/>
            <pc:sldMk cId="1942635686" sldId="273"/>
            <ac:spMk id="5" creationId="{236F217A-DCF9-480D-9316-9464CA2F80D0}"/>
          </ac:spMkLst>
        </pc:spChg>
        <pc:spChg chg="mod">
          <ac:chgData name="bruno dernier" userId="0b849cd58950a972" providerId="Windows Live" clId="Web-{1C2E6551-6B0F-4BCB-48CC-EAE4A9293489}" dt="2026-10-07T09:35:53.708" v="135"/>
          <ac:spMkLst>
            <pc:docMk/>
            <pc:sldMk cId="1942635686" sldId="273"/>
            <ac:spMk id="7" creationId="{D3FD4FCD-9D94-490D-8A48-726D48DBE38D}"/>
          </ac:spMkLst>
        </pc:spChg>
        <pc:spChg chg="mod">
          <ac:chgData name="bruno dernier" userId="0b849cd58950a972" providerId="Windows Live" clId="Web-{1C2E6551-6B0F-4BCB-48CC-EAE4A9293489}" dt="2026-10-07T09:31:39.549" v="114"/>
          <ac:spMkLst>
            <pc:docMk/>
            <pc:sldMk cId="1942635686" sldId="273"/>
            <ac:spMk id="9" creationId="{A6D28B9C-D284-4008-B26A-2AD627E85766}"/>
          </ac:spMkLst>
        </pc:spChg>
      </pc:sldChg>
      <pc:sldChg chg="modSp">
        <pc:chgData name="bruno dernier" userId="0b849cd58950a972" providerId="Windows Live" clId="Web-{1C2E6551-6B0F-4BCB-48CC-EAE4A9293489}" dt="2026-10-07T09:31:39.549" v="115"/>
        <pc:sldMkLst>
          <pc:docMk/>
          <pc:sldMk cId="1208253844" sldId="274"/>
        </pc:sldMkLst>
        <pc:spChg chg="mod">
          <ac:chgData name="bruno dernier" userId="0b849cd58950a972" providerId="Windows Live" clId="Web-{1C2E6551-6B0F-4BCB-48CC-EAE4A9293489}" dt="2026-10-07T09:31:39.549" v="115"/>
          <ac:spMkLst>
            <pc:docMk/>
            <pc:sldMk cId="1208253844" sldId="274"/>
            <ac:spMk id="11" creationId="{3D3A1DA1-517B-41B1-A8D8-D70A44236D7F}"/>
          </ac:spMkLst>
        </pc:spChg>
      </pc:sldChg>
      <pc:sldChg chg="modSp">
        <pc:chgData name="bruno dernier" userId="0b849cd58950a972" providerId="Windows Live" clId="Web-{1C2E6551-6B0F-4BCB-48CC-EAE4A9293489}" dt="2026-10-07T09:31:39.549" v="116"/>
        <pc:sldMkLst>
          <pc:docMk/>
          <pc:sldMk cId="219241325" sldId="275"/>
        </pc:sldMkLst>
        <pc:spChg chg="mod">
          <ac:chgData name="bruno dernier" userId="0b849cd58950a972" providerId="Windows Live" clId="Web-{1C2E6551-6B0F-4BCB-48CC-EAE4A9293489}" dt="2026-10-07T09:31:39.549" v="116"/>
          <ac:spMkLst>
            <pc:docMk/>
            <pc:sldMk cId="219241325" sldId="275"/>
            <ac:spMk id="19" creationId="{DF276DE7-8607-40BD-95CA-D6AEEC622AA3}"/>
          </ac:spMkLst>
        </pc:spChg>
      </pc:sldChg>
      <pc:sldChg chg="modSp">
        <pc:chgData name="bruno dernier" userId="0b849cd58950a972" providerId="Windows Live" clId="Web-{1C2E6551-6B0F-4BCB-48CC-EAE4A9293489}" dt="2026-10-07T09:31:39.549" v="117"/>
        <pc:sldMkLst>
          <pc:docMk/>
          <pc:sldMk cId="1951747937" sldId="276"/>
        </pc:sldMkLst>
        <pc:spChg chg="mod">
          <ac:chgData name="bruno dernier" userId="0b849cd58950a972" providerId="Windows Live" clId="Web-{1C2E6551-6B0F-4BCB-48CC-EAE4A9293489}" dt="2026-10-07T09:31:39.549" v="117"/>
          <ac:spMkLst>
            <pc:docMk/>
            <pc:sldMk cId="1951747937" sldId="276"/>
            <ac:spMk id="11" creationId="{9AF26C1A-3367-4166-A236-BE5D6C8687F2}"/>
          </ac:spMkLst>
        </pc:spChg>
      </pc:sldChg>
      <pc:sldChg chg="modSp">
        <pc:chgData name="bruno dernier" userId="0b849cd58950a972" providerId="Windows Live" clId="Web-{1C2E6551-6B0F-4BCB-48CC-EAE4A9293489}" dt="2026-10-07T09:31:39.549" v="118"/>
        <pc:sldMkLst>
          <pc:docMk/>
          <pc:sldMk cId="204569066" sldId="277"/>
        </pc:sldMkLst>
        <pc:spChg chg="mod">
          <ac:chgData name="bruno dernier" userId="0b849cd58950a972" providerId="Windows Live" clId="Web-{1C2E6551-6B0F-4BCB-48CC-EAE4A9293489}" dt="2026-10-07T09:31:39.549" v="118"/>
          <ac:spMkLst>
            <pc:docMk/>
            <pc:sldMk cId="204569066" sldId="277"/>
            <ac:spMk id="9" creationId="{E95DA805-4DD4-4BDA-8A40-EDC9B642B424}"/>
          </ac:spMkLst>
        </pc:spChg>
      </pc:sldChg>
      <pc:sldChg chg="modSp">
        <pc:chgData name="bruno dernier" userId="0b849cd58950a972" providerId="Windows Live" clId="Web-{1C2E6551-6B0F-4BCB-48CC-EAE4A9293489}" dt="2026-10-07T09:31:39.549" v="119"/>
        <pc:sldMkLst>
          <pc:docMk/>
          <pc:sldMk cId="852201876" sldId="278"/>
        </pc:sldMkLst>
        <pc:spChg chg="mod">
          <ac:chgData name="bruno dernier" userId="0b849cd58950a972" providerId="Windows Live" clId="Web-{1C2E6551-6B0F-4BCB-48CC-EAE4A9293489}" dt="2026-10-07T09:31:39.549" v="119"/>
          <ac:spMkLst>
            <pc:docMk/>
            <pc:sldMk cId="852201876" sldId="278"/>
            <ac:spMk id="10" creationId="{7C412D72-34BA-4EBF-BB49-707AD6AB2774}"/>
          </ac:spMkLst>
        </pc:spChg>
      </pc:sldChg>
      <pc:sldChg chg="modSp">
        <pc:chgData name="bruno dernier" userId="0b849cd58950a972" providerId="Windows Live" clId="Web-{1C2E6551-6B0F-4BCB-48CC-EAE4A9293489}" dt="2026-10-07T09:31:39.549" v="120"/>
        <pc:sldMkLst>
          <pc:docMk/>
          <pc:sldMk cId="1417374932" sldId="279"/>
        </pc:sldMkLst>
        <pc:spChg chg="mod">
          <ac:chgData name="bruno dernier" userId="0b849cd58950a972" providerId="Windows Live" clId="Web-{1C2E6551-6B0F-4BCB-48CC-EAE4A9293489}" dt="2026-10-07T09:31:39.549" v="120"/>
          <ac:spMkLst>
            <pc:docMk/>
            <pc:sldMk cId="1417374932" sldId="279"/>
            <ac:spMk id="9" creationId="{AC122F25-7739-4E18-994C-068655D0C52C}"/>
          </ac:spMkLst>
        </pc:spChg>
      </pc:sldChg>
      <pc:sldChg chg="modSp">
        <pc:chgData name="bruno dernier" userId="0b849cd58950a972" providerId="Windows Live" clId="Web-{1C2E6551-6B0F-4BCB-48CC-EAE4A9293489}" dt="2026-10-07T09:31:39.549" v="121"/>
        <pc:sldMkLst>
          <pc:docMk/>
          <pc:sldMk cId="1919442984" sldId="280"/>
        </pc:sldMkLst>
        <pc:spChg chg="mod">
          <ac:chgData name="bruno dernier" userId="0b849cd58950a972" providerId="Windows Live" clId="Web-{1C2E6551-6B0F-4BCB-48CC-EAE4A9293489}" dt="2026-10-07T09:31:39.549" v="121"/>
          <ac:spMkLst>
            <pc:docMk/>
            <pc:sldMk cId="1919442984" sldId="280"/>
            <ac:spMk id="9" creationId="{0F18AC98-C530-424B-BDB3-404210DA6A32}"/>
          </ac:spMkLst>
        </pc:spChg>
      </pc:sldChg>
      <pc:sldChg chg="modSp">
        <pc:chgData name="bruno dernier" userId="0b849cd58950a972" providerId="Windows Live" clId="Web-{1C2E6551-6B0F-4BCB-48CC-EAE4A9293489}" dt="2026-10-07T09:31:39.549" v="122"/>
        <pc:sldMkLst>
          <pc:docMk/>
          <pc:sldMk cId="459185274" sldId="281"/>
        </pc:sldMkLst>
        <pc:spChg chg="mod">
          <ac:chgData name="bruno dernier" userId="0b849cd58950a972" providerId="Windows Live" clId="Web-{1C2E6551-6B0F-4BCB-48CC-EAE4A9293489}" dt="2026-10-07T09:31:39.549" v="122"/>
          <ac:spMkLst>
            <pc:docMk/>
            <pc:sldMk cId="459185274" sldId="281"/>
            <ac:spMk id="9" creationId="{C6B79D37-63E9-4DCA-8CA5-9F16D677B85B}"/>
          </ac:spMkLst>
        </pc:spChg>
      </pc:sldChg>
      <pc:sldChg chg="modSp">
        <pc:chgData name="bruno dernier" userId="0b849cd58950a972" providerId="Windows Live" clId="Web-{1C2E6551-6B0F-4BCB-48CC-EAE4A9293489}" dt="2026-10-07T09:31:39.549" v="123"/>
        <pc:sldMkLst>
          <pc:docMk/>
          <pc:sldMk cId="1093977423" sldId="282"/>
        </pc:sldMkLst>
        <pc:spChg chg="mod">
          <ac:chgData name="bruno dernier" userId="0b849cd58950a972" providerId="Windows Live" clId="Web-{1C2E6551-6B0F-4BCB-48CC-EAE4A9293489}" dt="2026-10-07T09:31:39.549" v="123"/>
          <ac:spMkLst>
            <pc:docMk/>
            <pc:sldMk cId="1093977423" sldId="282"/>
            <ac:spMk id="16" creationId="{575F1E84-96A2-41CE-8028-D20A6181E82B}"/>
          </ac:spMkLst>
        </pc:spChg>
      </pc:sldChg>
      <pc:sldChg chg="modSp">
        <pc:chgData name="bruno dernier" userId="0b849cd58950a972" providerId="Windows Live" clId="Web-{1C2E6551-6B0F-4BCB-48CC-EAE4A9293489}" dt="2026-10-07T09:31:39.549" v="124"/>
        <pc:sldMkLst>
          <pc:docMk/>
          <pc:sldMk cId="1934352721" sldId="283"/>
        </pc:sldMkLst>
        <pc:spChg chg="mod">
          <ac:chgData name="bruno dernier" userId="0b849cd58950a972" providerId="Windows Live" clId="Web-{1C2E6551-6B0F-4BCB-48CC-EAE4A9293489}" dt="2026-10-07T09:31:39.549" v="124"/>
          <ac:spMkLst>
            <pc:docMk/>
            <pc:sldMk cId="1934352721" sldId="283"/>
            <ac:spMk id="10" creationId="{BFA5DB49-743B-46A4-9E05-8181FC9DF139}"/>
          </ac:spMkLst>
        </pc:spChg>
      </pc:sldChg>
      <pc:sldChg chg="modSp">
        <pc:chgData name="bruno dernier" userId="0b849cd58950a972" providerId="Windows Live" clId="Web-{1C2E6551-6B0F-4BCB-48CC-EAE4A9293489}" dt="2026-10-07T09:31:39.549" v="125"/>
        <pc:sldMkLst>
          <pc:docMk/>
          <pc:sldMk cId="1999557001" sldId="284"/>
        </pc:sldMkLst>
        <pc:spChg chg="mod">
          <ac:chgData name="bruno dernier" userId="0b849cd58950a972" providerId="Windows Live" clId="Web-{1C2E6551-6B0F-4BCB-48CC-EAE4A9293489}" dt="2026-10-07T09:31:39.549" v="125"/>
          <ac:spMkLst>
            <pc:docMk/>
            <pc:sldMk cId="1999557001" sldId="284"/>
            <ac:spMk id="10" creationId="{9CEF1913-E5D7-49B0-AC40-6589A7D28BC5}"/>
          </ac:spMkLst>
        </pc:spChg>
      </pc:sldChg>
      <pc:sldChg chg="modSp">
        <pc:chgData name="bruno dernier" userId="0b849cd58950a972" providerId="Windows Live" clId="Web-{1C2E6551-6B0F-4BCB-48CC-EAE4A9293489}" dt="2026-10-07T09:31:39.549" v="126"/>
        <pc:sldMkLst>
          <pc:docMk/>
          <pc:sldMk cId="1783647451" sldId="285"/>
        </pc:sldMkLst>
        <pc:spChg chg="mod">
          <ac:chgData name="bruno dernier" userId="0b849cd58950a972" providerId="Windows Live" clId="Web-{1C2E6551-6B0F-4BCB-48CC-EAE4A9293489}" dt="2026-10-07T09:31:39.549" v="126"/>
          <ac:spMkLst>
            <pc:docMk/>
            <pc:sldMk cId="1783647451" sldId="285"/>
            <ac:spMk id="11" creationId="{5E7A201D-F304-41A2-B020-0EC4198DE8C2}"/>
          </ac:spMkLst>
        </pc:spChg>
      </pc:sldChg>
      <pc:sldChg chg="modSp">
        <pc:chgData name="bruno dernier" userId="0b849cd58950a972" providerId="Windows Live" clId="Web-{1C2E6551-6B0F-4BCB-48CC-EAE4A9293489}" dt="2026-10-07T09:31:39.549" v="127"/>
        <pc:sldMkLst>
          <pc:docMk/>
          <pc:sldMk cId="194221101" sldId="286"/>
        </pc:sldMkLst>
        <pc:spChg chg="mod">
          <ac:chgData name="bruno dernier" userId="0b849cd58950a972" providerId="Windows Live" clId="Web-{1C2E6551-6B0F-4BCB-48CC-EAE4A9293489}" dt="2026-10-07T09:31:39.549" v="127"/>
          <ac:spMkLst>
            <pc:docMk/>
            <pc:sldMk cId="194221101" sldId="286"/>
            <ac:spMk id="11" creationId="{D9FDE8CD-F580-4876-B40F-90DBA79B622A}"/>
          </ac:spMkLst>
        </pc:spChg>
      </pc:sldChg>
      <pc:sldChg chg="modSp">
        <pc:chgData name="bruno dernier" userId="0b849cd58950a972" providerId="Windows Live" clId="Web-{1C2E6551-6B0F-4BCB-48CC-EAE4A9293489}" dt="2026-10-07T09:31:39.549" v="128"/>
        <pc:sldMkLst>
          <pc:docMk/>
          <pc:sldMk cId="80127946" sldId="287"/>
        </pc:sldMkLst>
        <pc:spChg chg="mod">
          <ac:chgData name="bruno dernier" userId="0b849cd58950a972" providerId="Windows Live" clId="Web-{1C2E6551-6B0F-4BCB-48CC-EAE4A9293489}" dt="2026-10-07T09:31:39.549" v="128"/>
          <ac:spMkLst>
            <pc:docMk/>
            <pc:sldMk cId="80127946" sldId="287"/>
            <ac:spMk id="9" creationId="{A77F1EF8-0560-4878-9328-35D86355E1D5}"/>
          </ac:spMkLst>
        </pc:spChg>
      </pc:sldChg>
      <pc:sldChg chg="modSp">
        <pc:chgData name="bruno dernier" userId="0b849cd58950a972" providerId="Windows Live" clId="Web-{1C2E6551-6B0F-4BCB-48CC-EAE4A9293489}" dt="2026-10-07T09:31:39.549" v="129"/>
        <pc:sldMkLst>
          <pc:docMk/>
          <pc:sldMk cId="1503255468" sldId="288"/>
        </pc:sldMkLst>
        <pc:spChg chg="mod">
          <ac:chgData name="bruno dernier" userId="0b849cd58950a972" providerId="Windows Live" clId="Web-{1C2E6551-6B0F-4BCB-48CC-EAE4A9293489}" dt="2026-10-07T09:31:39.549" v="129"/>
          <ac:spMkLst>
            <pc:docMk/>
            <pc:sldMk cId="1503255468" sldId="288"/>
            <ac:spMk id="9" creationId="{CC8DD5D1-815F-4673-BDB5-827044B998B7}"/>
          </ac:spMkLst>
        </pc:spChg>
      </pc:sldChg>
      <pc:sldChg chg="modSp">
        <pc:chgData name="bruno dernier" userId="0b849cd58950a972" providerId="Windows Live" clId="Web-{1C2E6551-6B0F-4BCB-48CC-EAE4A9293489}" dt="2026-10-07T09:31:39.533" v="108"/>
        <pc:sldMkLst>
          <pc:docMk/>
          <pc:sldMk cId="2580168196" sldId="289"/>
        </pc:sldMkLst>
        <pc:spChg chg="mod">
          <ac:chgData name="bruno dernier" userId="0b849cd58950a972" providerId="Windows Live" clId="Web-{1C2E6551-6B0F-4BCB-48CC-EAE4A9293489}" dt="2026-10-07T09:31:39.533" v="108"/>
          <ac:spMkLst>
            <pc:docMk/>
            <pc:sldMk cId="2580168196" sldId="289"/>
            <ac:spMk id="15" creationId="{814608BE-97AF-40D2-ADFD-E2B1965FE3EC}"/>
          </ac:spMkLst>
        </pc:spChg>
      </pc:sldChg>
      <pc:sldChg chg="modSp">
        <pc:chgData name="bruno dernier" userId="0b849cd58950a972" providerId="Windows Live" clId="Web-{1C2E6551-6B0F-4BCB-48CC-EAE4A9293489}" dt="2026-10-07T09:31:39.549" v="109"/>
        <pc:sldMkLst>
          <pc:docMk/>
          <pc:sldMk cId="2322753812" sldId="290"/>
        </pc:sldMkLst>
        <pc:spChg chg="mod">
          <ac:chgData name="bruno dernier" userId="0b849cd58950a972" providerId="Windows Live" clId="Web-{1C2E6551-6B0F-4BCB-48CC-EAE4A9293489}" dt="2026-10-07T09:31:39.549" v="109"/>
          <ac:spMkLst>
            <pc:docMk/>
            <pc:sldMk cId="2322753812" sldId="290"/>
            <ac:spMk id="11" creationId="{C48FECD0-B959-423E-8887-40F3E087AE6F}"/>
          </ac:spMkLst>
        </pc:spChg>
      </pc:sldChg>
      <pc:sldChg chg="modSp">
        <pc:chgData name="bruno dernier" userId="0b849cd58950a972" providerId="Windows Live" clId="Web-{1C2E6551-6B0F-4BCB-48CC-EAE4A9293489}" dt="2026-10-07T09:31:39.549" v="110"/>
        <pc:sldMkLst>
          <pc:docMk/>
          <pc:sldMk cId="3007709208" sldId="291"/>
        </pc:sldMkLst>
        <pc:spChg chg="mod">
          <ac:chgData name="bruno dernier" userId="0b849cd58950a972" providerId="Windows Live" clId="Web-{1C2E6551-6B0F-4BCB-48CC-EAE4A9293489}" dt="2026-10-07T09:31:39.549" v="110"/>
          <ac:spMkLst>
            <pc:docMk/>
            <pc:sldMk cId="3007709208" sldId="291"/>
            <ac:spMk id="11" creationId="{C48FECD0-B959-423E-8887-40F3E087AE6F}"/>
          </ac:spMkLst>
        </pc:spChg>
      </pc:sldChg>
      <pc:sldChg chg="modSp add ord replId">
        <pc:chgData name="bruno dernier" userId="0b849cd58950a972" providerId="Windows Live" clId="Web-{1C2E6551-6B0F-4BCB-48CC-EAE4A9293489}" dt="2026-10-07T09:31:39.549" v="112"/>
        <pc:sldMkLst>
          <pc:docMk/>
          <pc:sldMk cId="105717756" sldId="292"/>
        </pc:sldMkLst>
        <pc:spChg chg="mod">
          <ac:chgData name="bruno dernier" userId="0b849cd58950a972" providerId="Windows Live" clId="Web-{1C2E6551-6B0F-4BCB-48CC-EAE4A9293489}" dt="2026-10-07T09:19:32.572" v="21" actId="20577"/>
          <ac:spMkLst>
            <pc:docMk/>
            <pc:sldMk cId="105717756" sldId="292"/>
            <ac:spMk id="3" creationId="{5F9FC388-F0B9-C967-8FB4-B20C191C65D6}"/>
          </ac:spMkLst>
        </pc:spChg>
        <pc:spChg chg="mod">
          <ac:chgData name="bruno dernier" userId="0b849cd58950a972" providerId="Windows Live" clId="Web-{1C2E6551-6B0F-4BCB-48CC-EAE4A9293489}" dt="2026-10-07T09:20:16.057" v="50" actId="20577"/>
          <ac:spMkLst>
            <pc:docMk/>
            <pc:sldMk cId="105717756" sldId="292"/>
            <ac:spMk id="5" creationId="{061F5672-F903-E6E7-335A-C8B7ACC4F688}"/>
          </ac:spMkLst>
        </pc:spChg>
        <pc:spChg chg="mod">
          <ac:chgData name="bruno dernier" userId="0b849cd58950a972" providerId="Windows Live" clId="Web-{1C2E6551-6B0F-4BCB-48CC-EAE4A9293489}" dt="2026-10-07T09:21:40.824" v="73" actId="20577"/>
          <ac:spMkLst>
            <pc:docMk/>
            <pc:sldMk cId="105717756" sldId="292"/>
            <ac:spMk id="7" creationId="{450D4EF0-258C-D175-474D-0FA373B8EDB2}"/>
          </ac:spMkLst>
        </pc:spChg>
        <pc:spChg chg="mod">
          <ac:chgData name="bruno dernier" userId="0b849cd58950a972" providerId="Windows Live" clId="Web-{1C2E6551-6B0F-4BCB-48CC-EAE4A9293489}" dt="2026-10-07T09:22:00.996" v="83" actId="20577"/>
          <ac:spMkLst>
            <pc:docMk/>
            <pc:sldMk cId="105717756" sldId="292"/>
            <ac:spMk id="9" creationId="{774203EA-119E-B1AB-0E67-8F5FB4204E21}"/>
          </ac:spMkLst>
        </pc:spChg>
        <pc:spChg chg="mod">
          <ac:chgData name="bruno dernier" userId="0b849cd58950a972" providerId="Windows Live" clId="Web-{1C2E6551-6B0F-4BCB-48CC-EAE4A9293489}" dt="2026-10-07T09:31:39.549" v="112"/>
          <ac:spMkLst>
            <pc:docMk/>
            <pc:sldMk cId="105717756" sldId="292"/>
            <ac:spMk id="11" creationId="{0426FB93-D8C1-7EF4-BD3F-9F0DEB009C4A}"/>
          </ac:spMkLst>
        </pc:spChg>
      </pc:sldChg>
    </pc:docChg>
  </pc:docChgLst>
  <pc:docChgLst>
    <pc:chgData name="bruno dernier" userId="0b849cd58950a972" providerId="Windows Live" clId="Web-{C0867AED-A8A6-4D80-999A-BBAC09AD0D10}"/>
    <pc:docChg chg="addSld delSld modSld">
      <pc:chgData name="bruno dernier" userId="0b849cd58950a972" providerId="Windows Live" clId="Web-{C0867AED-A8A6-4D80-999A-BBAC09AD0D10}" dt="2026-10-07T12:24:15.512" v="20"/>
      <pc:docMkLst>
        <pc:docMk/>
      </pc:docMkLst>
      <pc:sldChg chg="del">
        <pc:chgData name="bruno dernier" userId="0b849cd58950a972" providerId="Windows Live" clId="Web-{C0867AED-A8A6-4D80-999A-BBAC09AD0D10}" dt="2026-10-07T11:22:27.487" v="0"/>
        <pc:sldMkLst>
          <pc:docMk/>
          <pc:sldMk cId="1850201952" sldId="268"/>
        </pc:sldMkLst>
      </pc:sldChg>
      <pc:sldChg chg="modSp">
        <pc:chgData name="bruno dernier" userId="0b849cd58950a972" providerId="Windows Live" clId="Web-{C0867AED-A8A6-4D80-999A-BBAC09AD0D10}" dt="2026-10-07T11:57:35.242" v="9" actId="20577"/>
        <pc:sldMkLst>
          <pc:docMk/>
          <pc:sldMk cId="1951747937" sldId="276"/>
        </pc:sldMkLst>
        <pc:spChg chg="mod">
          <ac:chgData name="bruno dernier" userId="0b849cd58950a972" providerId="Windows Live" clId="Web-{C0867AED-A8A6-4D80-999A-BBAC09AD0D10}" dt="2026-10-07T11:55:28.160" v="1"/>
          <ac:spMkLst>
            <pc:docMk/>
            <pc:sldMk cId="1951747937" sldId="276"/>
            <ac:spMk id="5" creationId="{C4DADFCA-E50A-4132-81B3-7102B89167CE}"/>
          </ac:spMkLst>
        </pc:spChg>
        <pc:spChg chg="mod">
          <ac:chgData name="bruno dernier" userId="0b849cd58950a972" providerId="Windows Live" clId="Web-{C0867AED-A8A6-4D80-999A-BBAC09AD0D10}" dt="2026-10-07T11:57:35.242" v="9" actId="20577"/>
          <ac:spMkLst>
            <pc:docMk/>
            <pc:sldMk cId="1951747937" sldId="276"/>
            <ac:spMk id="7" creationId="{E7C6C4DE-8DB8-4524-B5D7-8D57DD9A3F1A}"/>
          </ac:spMkLst>
        </pc:spChg>
        <pc:spChg chg="mod">
          <ac:chgData name="bruno dernier" userId="0b849cd58950a972" providerId="Windows Live" clId="Web-{C0867AED-A8A6-4D80-999A-BBAC09AD0D10}" dt="2026-10-07T11:55:51.973" v="3"/>
          <ac:spMkLst>
            <pc:docMk/>
            <pc:sldMk cId="1951747937" sldId="276"/>
            <ac:spMk id="9" creationId="{123BFA42-F415-4557-A8DF-74A08D780C67}"/>
          </ac:spMkLst>
        </pc:spChg>
      </pc:sldChg>
      <pc:sldChg chg="modSp">
        <pc:chgData name="bruno dernier" userId="0b849cd58950a972" providerId="Windows Live" clId="Web-{C0867AED-A8A6-4D80-999A-BBAC09AD0D10}" dt="2026-10-07T12:05:59.506" v="12"/>
        <pc:sldMkLst>
          <pc:docMk/>
          <pc:sldMk cId="1417374932" sldId="279"/>
        </pc:sldMkLst>
        <pc:spChg chg="mod">
          <ac:chgData name="bruno dernier" userId="0b849cd58950a972" providerId="Windows Live" clId="Web-{C0867AED-A8A6-4D80-999A-BBAC09AD0D10}" dt="2026-10-07T12:05:48.304" v="11"/>
          <ac:spMkLst>
            <pc:docMk/>
            <pc:sldMk cId="1417374932" sldId="279"/>
            <ac:spMk id="4" creationId="{A2902CD9-458F-4A9F-86BB-E2B2F1D5839D}"/>
          </ac:spMkLst>
        </pc:spChg>
        <pc:spChg chg="mod">
          <ac:chgData name="bruno dernier" userId="0b849cd58950a972" providerId="Windows Live" clId="Web-{C0867AED-A8A6-4D80-999A-BBAC09AD0D10}" dt="2026-10-07T12:05:59.506" v="12"/>
          <ac:spMkLst>
            <pc:docMk/>
            <pc:sldMk cId="1417374932" sldId="279"/>
            <ac:spMk id="7" creationId="{C467DEE9-AFD8-4201-847C-97FE6A27B0FA}"/>
          </ac:spMkLst>
        </pc:spChg>
      </pc:sldChg>
      <pc:sldChg chg="modSp">
        <pc:chgData name="bruno dernier" userId="0b849cd58950a972" providerId="Windows Live" clId="Web-{C0867AED-A8A6-4D80-999A-BBAC09AD0D10}" dt="2026-10-07T12:09:32.343" v="13"/>
        <pc:sldMkLst>
          <pc:docMk/>
          <pc:sldMk cId="1919442984" sldId="280"/>
        </pc:sldMkLst>
        <pc:spChg chg="mod">
          <ac:chgData name="bruno dernier" userId="0b849cd58950a972" providerId="Windows Live" clId="Web-{C0867AED-A8A6-4D80-999A-BBAC09AD0D10}" dt="2026-10-07T12:09:32.343" v="13"/>
          <ac:spMkLst>
            <pc:docMk/>
            <pc:sldMk cId="1919442984" sldId="280"/>
            <ac:spMk id="4" creationId="{0C73A8F3-722F-4B10-9118-647BA6B09B47}"/>
          </ac:spMkLst>
        </pc:spChg>
      </pc:sldChg>
      <pc:sldChg chg="modSp">
        <pc:chgData name="bruno dernier" userId="0b849cd58950a972" providerId="Windows Live" clId="Web-{C0867AED-A8A6-4D80-999A-BBAC09AD0D10}" dt="2026-10-07T12:17:33.312" v="15"/>
        <pc:sldMkLst>
          <pc:docMk/>
          <pc:sldMk cId="1093977423" sldId="282"/>
        </pc:sldMkLst>
        <pc:spChg chg="mod">
          <ac:chgData name="bruno dernier" userId="0b849cd58950a972" providerId="Windows Live" clId="Web-{C0867AED-A8A6-4D80-999A-BBAC09AD0D10}" dt="2026-10-07T12:17:33.312" v="15"/>
          <ac:spMkLst>
            <pc:docMk/>
            <pc:sldMk cId="1093977423" sldId="282"/>
            <ac:spMk id="4" creationId="{89E4781A-9C81-4BBA-BA79-BCB14475B79C}"/>
          </ac:spMkLst>
        </pc:spChg>
      </pc:sldChg>
      <pc:sldChg chg="del">
        <pc:chgData name="bruno dernier" userId="0b849cd58950a972" providerId="Windows Live" clId="Web-{C0867AED-A8A6-4D80-999A-BBAC09AD0D10}" dt="2026-10-07T12:22:38.103" v="16"/>
        <pc:sldMkLst>
          <pc:docMk/>
          <pc:sldMk cId="194221101" sldId="286"/>
        </pc:sldMkLst>
      </pc:sldChg>
      <pc:sldChg chg="del">
        <pc:chgData name="bruno dernier" userId="0b849cd58950a972" providerId="Windows Live" clId="Web-{C0867AED-A8A6-4D80-999A-BBAC09AD0D10}" dt="2026-10-07T12:22:40.353" v="17"/>
        <pc:sldMkLst>
          <pc:docMk/>
          <pc:sldMk cId="80127946" sldId="287"/>
        </pc:sldMkLst>
      </pc:sldChg>
      <pc:sldChg chg="add del">
        <pc:chgData name="bruno dernier" userId="0b849cd58950a972" providerId="Windows Live" clId="Web-{C0867AED-A8A6-4D80-999A-BBAC09AD0D10}" dt="2026-10-07T12:24:15.512" v="20"/>
        <pc:sldMkLst>
          <pc:docMk/>
          <pc:sldMk cId="1503255468" sldId="28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4_23D37F67.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08_128C5BFB.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Entrées à parcourir au moins</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Page 1</c:v>
                </c:pt>
                <c:pt idx="1">
                  <c:v>Page 101</c:v>
                </c:pt>
                <c:pt idx="2">
                  <c:v>Page 5 001</c:v>
                </c:pt>
              </c:strCache>
            </c:strRef>
          </c:cat>
          <c:val>
            <c:numRef>
              <c:f>'Chart Data'!$B$2:$B$4</c:f>
              <c:numCache>
                <c:formatCode>General</c:formatCode>
                <c:ptCount val="3"/>
                <c:pt idx="0">
                  <c:v>20</c:v>
                </c:pt>
                <c:pt idx="1">
                  <c:v>2020</c:v>
                </c:pt>
                <c:pt idx="2">
                  <c:v>100020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DE6-4F51-A27B-648DD0BF403A}"/>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Nombre de requêtes SQL</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N = 5</c:v>
                </c:pt>
                <c:pt idx="1">
                  <c:v>N = 20</c:v>
                </c:pt>
                <c:pt idx="2">
                  <c:v>N = 50</c:v>
                </c:pt>
              </c:strCache>
            </c:strRef>
          </c:cat>
          <c:val>
            <c:numRef>
              <c:f>'Chart Data'!$B$2:$B$4</c:f>
              <c:numCache>
                <c:formatCode>General</c:formatCode>
                <c:ptCount val="3"/>
                <c:pt idx="0">
                  <c:v>6</c:v>
                </c:pt>
                <c:pt idx="1">
                  <c:v>21</c:v>
                </c:pt>
                <c:pt idx="2">
                  <c:v>51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CE9-43FB-901F-9BEF6ADAB157}"/>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Descriptif DEV - RNCP 40166 - M2 - OPTIMISATION BDD - M2.pdf fourni, p. 1-2. Séquence conçue pour 35 heures.</a:t>
            </a:r>
          </a:p>
          <a:p>
            <a:r>
              <a:t>Cours de référence : Formation_NoSQL_2026. Thème et illustrations existantes réutilisés.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journée optimise le chemin complet d’accès aux données. L’étudiant limite les requêtes inutiles, construit une pagination stable et ajoute un cache dont la fraîcheur reste compréhensible.</a:t>
            </a:r>
          </a:p>
          <a:p>
            <a:r>
              <a:t>La preuve B4C8 contient une trace d’API, un comptage SQL, un contrat de pagination et un scénario d’invalidation. Les mesures doivent distinguer la réduction du travail SQL et le bénéfice du cache.</a:t>
            </a:r>
          </a:p>
          <a:p>
            <a:r>
              <a:t>Le cache intervient après l’examen des requêtes et des garanties métier.</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endpoint décrit les filtres autorisés, l’ordre, la taille maximale de page et les champs renvoyés. Il définit aussi les droits d’accès, les erreurs et la fraîcheur. Ces éléments bornent le travail déclenché par chaque demande.</a:t>
            </a:r>
          </a:p>
          <a:p>
            <a:r>
              <a:t>L’historique du client utilise un identifiant autorisé et un ordre déterministe. Une limite par défaut protège contre une lecture massive. La requête paramétrée conserve la séparation entre une valeur fournie et la structure SQL.</a:t>
            </a:r>
          </a:p>
          <a:p>
            <a:r>
              <a:t>Une optimisation qui retire le contrôle d’accès ne satisfait pas le contrat de l’API.</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matin traite la pagination, l’ORM et les connexions. L’après-midi explique les patterns Redis et leurs modes d’échec. Les ateliers réutilisent l’historique et le catalogue de ShopFlow.</a:t>
            </a:r>
          </a:p>
          <a:p>
            <a:r>
              <a:t>Une API REST ou GraphQL doit porter le même contrat de données. Le transport change la façon de demander les champs, mais ne supprime pas le coût de leur accès.</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OFFSET demande au moteur d’écarter un nombre de lignes avant de renvoyer la page. Avec un grand décalage, le moteur peut parcourir beaucoup d’entrées même si la page contient seulement vingt lignes.</a:t>
            </a:r>
          </a:p>
          <a:p>
            <a:r>
              <a:t>Une insertion ou une suppression entre deux appels peut aussi déplacer les positions. OFFSET reste pratique pour un accès direct à une page numérotée sur un ensemble raisonnable et stable. La décision dépend du besoin de navigation.</a:t>
            </a:r>
          </a:p>
          <a:p>
            <a:r>
              <a:t>Le comptage ci-dessous représente un travail théorique, pas une durée.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curseur indique une position dans l’ordre des résultats. La page suivante cherche les valeurs situées après cette position, plutôt que de compter toutes les lignes précédentes. Un index compatible facilite ce parcours.</a:t>
            </a:r>
          </a:p>
          <a:p>
            <a:r>
              <a:t>Avec un ordre descendant, la condition utilise les valeurs plus petites que la dernière paire (created_at, id). L’id départage les dates identiques. Le client conserve le curseur reçu et les mêmes filtres.</a:t>
            </a:r>
          </a:p>
          <a:p>
            <a:r>
              <a:t>Le curseur convient au défilement. Il ne fournit pas naturellement l’accès direct à une page arbitraire.</a:t>
            </a:r>
          </a:p>
          <a:p>
            <a:endParaRPr/>
          </a:p>
          <a:p>
            <a:r>
              <a:t>Descriptif DEV - RNCP 40166 - M2 - OPTIMISATION BDD - M2.pdf fourni, p. 1-2. Séquence conçue pour 35 heures.</a:t>
            </a:r>
          </a:p>
          <a:p>
            <a:r>
              <a:t>Sources techniques : https://www.postgresql.org/docs/18/sql-select.html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ordre unique évite une sélection ambiguë lorsque plusieurs lignes partagent la même date. Le curseur transporte la paire de valeurs, la version du format et les filtres nécessaires pour reprendre la recherche.</a:t>
            </a:r>
          </a:p>
          <a:p>
            <a:r>
              <a:t>Les modifications entre appels restent possibles. Un curseur sur un champ mutable peut sauter une ligne ou la revoir. Pour une exportation complète cohérente, il faut un protocole d’instantané ou un autre mécanisme explicite.</a:t>
            </a:r>
          </a:p>
          <a:p>
            <a:r>
              <a:t>Un curseur opaque ne constitue pas une autorisation. Le serveur vérifie toujours l’accès au client.</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page courte peut être rapide alors qu’un COUNT(*) exact sur tout l’ensemble reste coûteux. Ajouter totalCount à chaque réponse peut donc annuler le bénéfice d’une pagination ciblée.</a:t>
            </a:r>
          </a:p>
          <a:p>
            <a:r>
              <a:t>L’interface peut se contenter de hasNextPage ou demander le comptage séparément. Une estimation est possible si elle est affichée comme telle. L’API précise le coût et la fraîcheur de cette information.</a:t>
            </a:r>
          </a:p>
          <a:p>
            <a:r>
              <a:t>Le besoin d’un total exact doit venir de l’usage, pas d’un automatisme de l’ORM.</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accès charge une liste, puis un accès supplémentaire charge une relation pour chaque élément. Pour cinquante commandes, la consultation peut produire une requête initiale et cinquante requêtes de lignes.</a:t>
            </a:r>
          </a:p>
          <a:p>
            <a:r>
              <a:t>Chaque aller-retour ajoute du travail et une attente possible de connexion. Sur une base locale, le problème peut paraître discret. Sous charge et avec un réseau réel, il peut dominer la latence de l’API.</a:t>
            </a:r>
          </a:p>
          <a:p>
            <a:r>
              <a:t>Comptage théorique pour une liste de N commandes.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service charge la page de commandes puis toutes les lignes dont commande_id appartient aux identifiants de cette page. Il regroupe ensuite les lignes par commande dans la réponse.</a:t>
            </a:r>
          </a:p>
          <a:p>
            <a:r>
              <a:t>Cette stratégie conserve deux requêtes avec une taille bornée. Une jointure unique est une autre option, mais elle peut multiplier les lignes et interagir avec LIMIT. On vérifie le contenu de la page avant de conclure.</a:t>
            </a:r>
          </a:p>
          <a:p>
            <a:r>
              <a:t>Le tableau d’identifiants doit rester borné par la taille maximale de page.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ORM traduit des accès objets en opérations SQL. La syntaxe du code applicatif ne rend pas toujours visible le nombre de requêtes, les colonnes chargées ou les jointures. Les traces SQL donnent cette visibilité.</a:t>
            </a:r>
          </a:p>
          <a:p>
            <a:r>
              <a:t>Le chargement paresseux peut créer N+1. Un chargement eager excessif peut transférer trop de relations. Une projection ciblée et un chargement groupé répondent souvent mieux à un écran précis.</a:t>
            </a:r>
          </a:p>
          <a:p>
            <a:r>
              <a:t>Les relations utiles au détail ne sont pas toutes nécessaires à la liste.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Des résolveurs GraphQL peuvent demander les mêmes données ou déclencher une requête par parent. DataLoader regroupe des clés dans un batch et met en cache les chargements pour une portée définie.</a:t>
            </a:r>
          </a:p>
          <a:p>
            <a:r>
              <a:t>Un loader par requête évite de mélanger des données entre utilisateurs. La fonction batch renvoie les résultats dans le même ordre que les clés et traite les clés absentes. Les limites de complexité protègent aussi la taille du travail demandé.</a:t>
            </a:r>
          </a:p>
          <a:p>
            <a:r>
              <a:t>Un loader n’est pas un cache Redis partagé. Sa portée et ses droits d’accès sont explicites.</a:t>
            </a:r>
          </a:p>
          <a:p>
            <a:endParaRPr/>
          </a:p>
          <a:p>
            <a:r>
              <a:t>Descriptif DEV - RNCP 40166 - M2 - OPTIMISATION BDD - M2.pdf fourni, p. 1-2. Séquence conçue pour 35 heures.</a:t>
            </a:r>
          </a:p>
          <a:p>
            <a:r>
              <a:t>Sources techniques : https://github.com/graphql/dataloader</a:t>
            </a:r>
          </a:p>
          <a:p>
            <a:r>
              <a:t>https://graphql.org/learn/performance/</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connexion exige des ressources. Un pool conserve un ensemble de connexions utilisables et les prête aux opérations. Les demandes peuvent attendre lorsqu’elles dépassent la capacité disponible.</a:t>
            </a:r>
          </a:p>
          <a:p>
            <a:r>
              <a:t>Un pool trop petit peut créer de l’attente. Un pool trop grand peut saturer la base. La taille se raisonne pour toutes les instances applicatives réunies, avec une réserve pour l’exploitation et les autres services.</a:t>
            </a:r>
          </a:p>
          <a:p>
            <a:r>
              <a:t>Quatre instances avec chacune 30 connexions peuvent demander 120 connexions, avant les autres utilisateurs.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HikariCP est un pool JDBC dans l’application Java. PgBouncer est un intermédiaire qui mutualise des connexions PostgreSQL. Leur placement et leur périmètre diffèrent, même si les deux répondent à un besoin de maîtrise des connexions.</a:t>
            </a:r>
          </a:p>
          <a:p>
            <a:r>
              <a:t>PgBouncer propose plusieurs modes. En mode transaction, une connexion serveur peut changer après la transaction. Les fonctions qui supposent un état de session persistant demandent une vérification de compatibilité.</a:t>
            </a:r>
          </a:p>
          <a:p>
            <a:r>
              <a:t>Les prepared statements et les fonctionnalités de session dépendent du mode et de la configuration retenus.</a:t>
            </a:r>
          </a:p>
          <a:p>
            <a:endParaRPr/>
          </a:p>
          <a:p>
            <a:r>
              <a:t>Descriptif DEV - RNCP 40166 - M2 - OPTIMISATION BDD - M2.pdf fourni, p. 1-2. Séquence conçue pour 35 heures.</a:t>
            </a:r>
          </a:p>
          <a:p>
            <a:r>
              <a:t>Sources techniques : https://www.pgbouncer.org/features.html</a:t>
            </a:r>
          </a:p>
          <a:p>
            <a:r>
              <a:t>https://github.com/brettwooldridge/HikariCP</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connexion exige des ressources. Un pool conserve un ensemble de connexions utilisables et les prête aux opérations. Les demandes peuvent attendre lorsqu’elles dépassent la capacité disponible.</a:t>
            </a:r>
          </a:p>
          <a:p>
            <a:r>
              <a:t>Un pool trop petit peut créer de l’attente. Un pool trop grand peut saturer la base. La taille se raisonne pour toutes les instances applicatives réunies, avec une réserve pour l’exploitation et les autres services.</a:t>
            </a:r>
          </a:p>
          <a:p>
            <a:r>
              <a:t>Quatre instances avec chacune 30 connexions peuvent demander 120 connexions, avant les autres utilisateurs.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HikariCP est un pool JDBC dans l’application Java. PgBouncer est un intermédiaire qui mutualise des connexions PostgreSQL. Leur placement et leur périmètre diffèrent, même si les deux répondent à un besoin de maîtrise des connexions.</a:t>
            </a:r>
          </a:p>
          <a:p>
            <a:r>
              <a:t>PgBouncer propose plusieurs modes. En mode transaction, une connexion serveur peut changer après la transaction. Les fonctions qui supposent un état de session persistant demandent une vérification de compatibilité.</a:t>
            </a:r>
          </a:p>
          <a:p>
            <a:r>
              <a:t>Les prepared statements et les fonctionnalités de session dépendent du mode et de la configuration retenus.</a:t>
            </a:r>
          </a:p>
          <a:p>
            <a:endParaRPr/>
          </a:p>
          <a:p>
            <a:r>
              <a:t>Descriptif DEV - RNCP 40166 - M2 - OPTIMISATION BDD - M2.pdf fourni, p. 1-2. Séquence conçue pour 35 heures.</a:t>
            </a:r>
          </a:p>
          <a:p>
            <a:r>
              <a:t>Sources techniques : https://www.pgbouncer.org/features.html</a:t>
            </a:r>
          </a:p>
          <a:p>
            <a:r>
              <a:t>https://github.com/brettwooldridge/HikariCP</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HikariCP est un pool JDBC dans l’application Java. PgBouncer est un intermédiaire qui mutualise des connexions PostgreSQL. Leur placement et leur périmètre diffèrent, même si les deux répondent à un besoin de maîtrise des connexions.</a:t>
            </a:r>
          </a:p>
          <a:p>
            <a:r>
              <a:t>PgBouncer propose plusieurs modes. En mode transaction, une connexion serveur peut changer après la transaction. Les fonctions qui supposent un état de session persistant demandent une vérification de compatibilité.</a:t>
            </a:r>
          </a:p>
          <a:p>
            <a:r>
              <a:t>Les prepared statements et les fonctionnalités de session dépendent du mode et de la configuration retenus.</a:t>
            </a:r>
          </a:p>
          <a:p>
            <a:endParaRPr/>
          </a:p>
          <a:p>
            <a:r>
              <a:t>Descriptif DEV - RNCP 40166 - M2 - OPTIMISATION BDD - M2.pdf fourni, p. 1-2. Séquence conçue pour 35 heures.</a:t>
            </a:r>
          </a:p>
          <a:p>
            <a:r>
              <a:t>Sources techniques : https://www.pgbouncer.org/features.html</a:t>
            </a:r>
          </a:p>
          <a:p>
            <a:r>
              <a:t>https://github.com/brettwooldridge/HikariCP</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appel peut consommer son budget avant d’exécuter le SQL, en attendant une connexion. Les métriques séparent acquisition, exécution et réponse. Le timeout global reste cohérent avec les limites de chaque couche.</a:t>
            </a:r>
          </a:p>
          <a:p>
            <a:r>
              <a:t>Une requête abandonnée par le client peut continuer sur le serveur si l’annulation ne se propage pas. La configuration et le code doivent traiter la fin du travail, le retour de connexion et l’erreur.</a:t>
            </a:r>
          </a:p>
          <a:p>
            <a:r>
              <a:t>Un timeout limite l’attente. Il ne prouve pas que l’écriture n’a jamais été validée.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0CF3-3AF4-FFB3-D8EC-EE82A7A1E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7335F-EF86-B7BF-2179-4A9EDAB87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E61E0-0DDD-82ED-FB1B-643A76164527}"/>
              </a:ext>
            </a:extLst>
          </p:cNvPr>
          <p:cNvSpPr>
            <a:spLocks noGrp="1"/>
          </p:cNvSpPr>
          <p:nvPr>
            <p:ph type="body" idx="1"/>
          </p:nvPr>
        </p:nvSpPr>
        <p:spPr/>
        <p:txBody>
          <a:bodyPr/>
          <a:lstStyle/>
          <a:p>
            <a:r>
              <a:t>Support étudiant : les explications principales figurent sur la diapositive.</a:t>
            </a:r>
          </a:p>
          <a:p>
            <a:r>
              <a:t>À partir de l’API de projet ou d’un pseudo-service, comparer OFFSET et curseur. Tester plusieurs commandes avec la même date. Mesurer le nombre de requêtes pour une page qui charge les lignes.</a:t>
            </a:r>
          </a:p>
          <a:p>
            <a:r>
              <a:t>Corriger N+1 par chargement groupé ou DataLoader. Conserver les mêmes champs et les mêmes droits. Si aucune API n’est disponible, fournir la traduction SQL et la trace attendue comme analyse, sans annoncer une mesure HTTP.</a:t>
            </a:r>
          </a:p>
          <a:p>
            <a:r>
              <a:t>Livrable : contrat, SQL, comptage, trace et contrôle des résultats. Temps prévu : 1 h 15.</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a:extLst>
              <a:ext uri="{FF2B5EF4-FFF2-40B4-BE49-F238E27FC236}">
                <a16:creationId xmlns:a16="http://schemas.microsoft.com/office/drawing/2014/main" id="{A559D6FF-DBCE-EAE7-539B-ECD44252B45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750280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rate limiting borne le nombre de demandes acceptées dans un périmètre : utilisateur, clé API ou service. Il protège des ressources et rend le contrat de charge explicite. Une limite globale seule peut pénaliser des utilisateurs indépendants.</a:t>
            </a:r>
          </a:p>
          <a:p>
            <a:r>
              <a:t>Une fenêtre fixe peut autoriser une rafale aux frontières. Un token bucket permet une rafale bornée et un rythme moyen. Dans une architecture distribuée, le compteur et sa mise à jour doivent être cohérents avec la limite promise.</a:t>
            </a:r>
          </a:p>
          <a:p>
            <a:r>
              <a:t>Une réponse 429 peut indiquer une durée de reprise. Les erreurs et les demandes refusées apparaissent dans les mesures.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Compresser une réponse réduit les octets transférés lorsque le contenu se compresse bien. Le serveur et le client paient un coût de calcul. Une petite réponse peut gagner peu, alors qu’une réponse textuelle volumineuse gagne davantage.</a:t>
            </a:r>
          </a:p>
          <a:p>
            <a:r>
              <a:t>La priorité reste de limiter les champs et la taille de page. On négocie la compression via le protocole HTTP et on mesure durée, CPU et octets. Une réponse contenant des secrets exige aussi une analyse de son contexte d’exposition.</a:t>
            </a:r>
          </a:p>
          <a:p>
            <a:r>
              <a:t>Un graphe de performance sépare réduction du transfert et coût de calcul.</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cache conserve une copie d’un résultat pour éviter de refaire un travail. La base reste la source de vérité du catalogue et des commandes. Le cache peut perdre une valeur ou fournir une ancienne valeur selon sa politique.</a:t>
            </a:r>
          </a:p>
          <a:p>
            <a:r>
              <a:t>La décision précise les clés, la portée, la durée de validité, l’invalidation et le comportement lors d’une panne. Une donnée dont la copie doit être parfaitement fraîche demande un protocole plus exigeant qu’un TTL arbitraire.</a:t>
            </a:r>
          </a:p>
          <a:p>
            <a:r>
              <a:t>Dans le cas : une fiche catalogue peut tolérer un court retard, la confirmation de stock garde son contrôle transactionnel.</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En cache-aside, l’application consulte le cache. En cas de hit, elle retourne la copie. En cas de miss, elle lit la source puis alimente le cache avant de répondre. L’application porte cette logique.</a:t>
            </a:r>
          </a:p>
          <a:p>
            <a:r>
              <a:t>Le chemin d’écriture doit actualiser ou invalider les copies concernées. Le pattern n’ajoute pas automatiquement de cohérence entre Redis et PostgreSQL. Une erreur Redis ne doit pas transformer une valeur de base valide en réponse inventée.</a:t>
            </a:r>
          </a:p>
          <a:p>
            <a:r>
              <a:t>Le cache est une optimisation observable avec une stratégie de repli.</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En read-through, une couche de cache sait charger la donnée depuis la source lorsqu’elle manque. L’API demande la valeur à cette couche et ne porte pas directement le détail du miss.</a:t>
            </a:r>
          </a:p>
          <a:p>
            <a:r>
              <a:t>Redis GET seul ne lit pas PostgreSQL. Un composant applicatif ou une solution intégrée doit implémenter le chargement. Le contrat de fraîcheur et le comportement d’écriture restent à définir, comme dans cache-aside.</a:t>
            </a:r>
          </a:p>
          <a:p>
            <a:r>
              <a:t>Le choix compare l’emplacement de la responsabilité, pas une commande Redis miraculeuse.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clé décrit la ressource et sa représentation. produit:v1:42 peut désigner une fiche publique. Une réponse dépendante du tenant, de la langue ou des droits exige un périmètre correspondant.</a:t>
            </a:r>
          </a:p>
          <a:p>
            <a:r>
              <a:t>Une clé insuffisante peut faire servir à un utilisateur la réponse d’un autre. Des filtres différents ne doivent pas partager une clé par accident. Une version de format facilite une évolution compatible des valeurs stockées.</a:t>
            </a:r>
          </a:p>
          <a:p>
            <a:r>
              <a:t>Le cache de réponse privée conserve une portée privée. La lecture vérifie les droits applicables.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TTL définit combien de temps une clé peut rester avant son expiration. SET avec EX associe une écriture et une expiration. Un TTL court limite certaines anciennes copies mais augmente les misses et la charge de reconstruction.</a:t>
            </a:r>
          </a:p>
          <a:p>
            <a:r>
              <a:t>La validité métier peut être plus stricte que le TTL. Après une modification du prix, l’application peut invalider immédiatement. Une clé peut aussi disparaître avant son TTL à cause d’une éviction.</a:t>
            </a:r>
          </a:p>
          <a:p>
            <a:r>
              <a:t>Exemple Redis autonome. La fiche est une valeur JSON sérialisée.</a:t>
            </a:r>
          </a:p>
          <a:p>
            <a:endParaRPr/>
          </a:p>
          <a:p>
            <a:r>
              <a:t>Descriptif DEV - RNCP 40166 - M2 - OPTIMISATION BDD - M2.pdf fourni, p. 1-2. Séquence conçue pour 35 heures.</a:t>
            </a:r>
          </a:p>
          <a:p>
            <a:r>
              <a:t>Sources techniques : https://redis.io/docs/latest/commands/set/</a:t>
            </a:r>
          </a:p>
          <a:p>
            <a:r>
              <a:t>https://redis.io/docs/latest/commands/expire/</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L’expiration suit une limite de temps attachée à la clé. L’éviction retire des clés sous pression mémoire selon une politique. Les deux mécanismes peuvent provoquer un miss, pour des raisons différentes.</a:t>
            </a:r>
          </a:p>
          <a:p>
            <a:r>
              <a:t>allkeys-lru favorise les clés récemment utilisées. allkeys-lfu tient compte d’une fréquence approximative. noeviction refuse certaines écritures lorsque la limite est atteinte. La politique doit correspondre au rôle de l’instance.</a:t>
            </a:r>
          </a:p>
          <a:p>
            <a:r>
              <a:t>Une instance de cache et une instance qui porte des états non reconstructibles exigent des décisions différentes.</a:t>
            </a:r>
          </a:p>
          <a:p>
            <a:endParaRPr/>
          </a:p>
          <a:p>
            <a:r>
              <a:t>Descriptif DEV - RNCP 40166 - M2 - OPTIMISATION BDD - M2.pdf fourni, p. 1-2. Séquence conçue pour 35 heures.</a:t>
            </a:r>
          </a:p>
          <a:p>
            <a:r>
              <a:t>Sources techniques : https://redis.io/docs/latest/develop/reference/eviction/</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stratégie simple valide l’écriture PostgreSQL puis supprime la copie Redis. La prochaine lecture reconstruit la fiche. Si l’invalidation échoue, une ancienne copie peut subsister jusqu’au TTL.</a:t>
            </a:r>
          </a:p>
          <a:p>
            <a:r>
              <a:t>L’opération touche deux systèmes. Sans protocole supplémentaire, elle n’est pas une transaction atomique commune. Un événement durable ou une outbox peut aider à rejouer l’invalidation. Le dossier décrit la fenêtre de fraîcheur restante.</a:t>
            </a:r>
          </a:p>
          <a:p>
            <a:r>
              <a:t>Le prix affiché peut être temporairement ancien. Le prix validé pour une commande est contrôlé dans la source.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lecture peut manquer le cache, lire une ancienne valeur, puis attendre. Pendant ce temps, une écriture valide la nouvelle valeur et invalide la clé. La lecture initiale peut ensuite remettre l’ancienne copie dans Redis.</a:t>
            </a:r>
          </a:p>
          <a:p>
            <a:r>
              <a:t>Supprimer la clé après validation ne règle donc pas toutes les courses. Des versions, un protocole de chargement ou une invalidation rejouée peuvent réduire le risque. On choisit selon la fraîcheur exigée et la complexité acceptable.</a:t>
            </a:r>
          </a:p>
          <a:p>
            <a:r>
              <a:t>Le scénario doit apparaître dans l’analyse du cache, même si le laboratoire ne simule que le cas simple.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Lorsque beaucoup de requêtes trouvent la même clé absente, elles peuvent toutes relancer le calcul ou le SQL. L’expiration d’une valeur populaire transforme alors un cache efficace en rafale sur la base.</a:t>
            </a:r>
          </a:p>
          <a:p>
            <a:r>
              <a:t>Un chargement unique par clé, un TTL avec variation ou un rafraîchissement anticipé réduit ce phénomène. Un verrou distribué exige un propriétaire et une libération sûre. L’attente reste bornée et un chemin d’échec est prévu.</a:t>
            </a:r>
          </a:p>
          <a:p>
            <a:r>
              <a:t>Un TTL avec variation répartit les expirations. Il ne résout pas à lui seul tous les misses simultanés.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service peut relire PostgreSQL quand Redis échoue, avec un timeout court pour éviter de bloquer tous les appels. Ce repli augmente cependant la charge sur la base et peut créer une seconde panne.</a:t>
            </a:r>
          </a:p>
          <a:p>
            <a:r>
              <a:t>La protection combine limites de concurrence, priorités et capacité réservée. Un circuit breaker peut interrompre temporairement les tentatives répétées vers un composant défaillant. Le choix préserve un comportement métier explicite.</a:t>
            </a:r>
          </a:p>
          <a:p>
            <a:r>
              <a:t>Une valeur absente ou une erreur de cache ne signifie pas que le produit n’existe pas.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taux de hit rapporte les accès servis par le cache aux accès cache totaux. Une valeur élevée peut accompagner un mauvais endpoint si la réponse est trop large ou si les misses sont très lents.</a:t>
            </a:r>
          </a:p>
          <a:p>
            <a:r>
              <a:t>On suit aussi les durées hit/miss, les évictions, la mémoire, les erreurs et la charge SQL. Pour des durées moyennes, un modèle simple combine le coût du hit et du miss pondérés par leur fréquence. Il ne calcule pas un p95.</a:t>
            </a:r>
          </a:p>
          <a:p>
            <a:r>
              <a:t>Calcul fictif : 90 % × 5 ms + 10 % × 105 ms = 15 ms de durée moyenne sur ce modèle.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Choisir une fiche catalogue, construire sa clé et mesurer les chemins hit et miss. Modifier le prix dans PostgreSQL, invalider la copie, puis vérifier la nouvelle réponse. Tester aussi une clé expirée et Redis indisponible.</a:t>
            </a:r>
          </a:p>
          <a:p>
            <a:r>
              <a:t>Conserver les valeurs avant/après, le nombre de lectures SQL, les durées et le comportement de repli. Décrire la course de reconstruction et la fenêtre de fraîcheur acceptée. Les exemples pseudocode doivent être adaptés au client Redis du projet.</a:t>
            </a:r>
          </a:p>
          <a:p>
            <a:r>
              <a:t>Livrable : pattern, mesures et test de correction. Temps prévu : 1 h 15.</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00C1957-B310-4AED-8F29-12EDB01427E7}"/>
              </a:ext>
            </a:extLst>
          </p:cNvPr>
          <p:cNvSpPr>
            <a:spLocks noGrp="1"/>
          </p:cNvSpPr>
          <p:nvPr/>
        </p:nvSpPr>
        <p:spPr>
          <a:xfrm>
            <a:off x="666750" y="571500"/>
            <a:ext cx="10477500" cy="381000"/>
          </a:xfrm>
          <a:prstGeom prst="rect">
            <a:avLst/>
          </a:prstGeom>
          <a:noFill/>
          <a:ln w="0">
            <a:noFill/>
          </a:ln>
        </p:spPr>
        <p:txBody>
          <a:bodyPr>
            <a:noAutofit/>
          </a:bodyPr>
          <a:lstStyle/>
          <a:p>
            <a:pPr>
              <a:defRPr sz="1875" b="1">
                <a:solidFill>
                  <a:srgbClr val="69E0E3"/>
                </a:solidFill>
                <a:latin typeface="Aptos"/>
                <a:ea typeface="Aptos"/>
                <a:cs typeface="Aptos"/>
              </a:defRPr>
            </a:pPr>
            <a:r>
              <a:rPr sz="1875" b="1">
                <a:solidFill>
                  <a:srgbClr val="69E0E3"/>
                </a:solidFill>
                <a:latin typeface="Aptos"/>
                <a:ea typeface="Aptos"/>
                <a:cs typeface="Aptos"/>
              </a:rPr>
              <a:t>OPTIMISATION BDD</a:t>
            </a:r>
          </a:p>
        </p:txBody>
      </p:sp>
      <p:sp>
        <p:nvSpPr>
          <p:cNvPr id="3" name="Rectangle 2">
            <a:extLst>
              <a:ext uri="{FF2B5EF4-FFF2-40B4-BE49-F238E27FC236}">
                <a16:creationId xmlns:a16="http://schemas.microsoft.com/office/drawing/2014/main" id="{959369BA-830F-4DD9-BF26-54AC3C0C4884}"/>
              </a:ext>
            </a:extLst>
          </p:cNvPr>
          <p:cNvSpPr>
            <a:spLocks noGrp="1"/>
          </p:cNvSpPr>
          <p:nvPr/>
        </p:nvSpPr>
        <p:spPr>
          <a:xfrm>
            <a:off x="666750" y="2266950"/>
            <a:ext cx="9144000" cy="2238375"/>
          </a:xfrm>
          <a:prstGeom prst="rect">
            <a:avLst/>
          </a:prstGeom>
          <a:noFill/>
          <a:ln w="0">
            <a:noFill/>
          </a:ln>
        </p:spPr>
        <p:txBody>
          <a:bodyPr>
            <a:noAutofit/>
          </a:bodyPr>
          <a:lstStyle/>
          <a:p>
            <a:pPr>
              <a:defRPr sz="4875" b="1">
                <a:solidFill>
                  <a:srgbClr val="FFFFFF"/>
                </a:solidFill>
                <a:latin typeface="Aptos"/>
                <a:ea typeface="Aptos"/>
                <a:cs typeface="Aptos"/>
              </a:defRPr>
            </a:pPr>
            <a:r>
              <a:rPr sz="4875" b="1">
                <a:solidFill>
                  <a:srgbClr val="FFFFFF"/>
                </a:solidFill>
                <a:latin typeface="Aptos"/>
                <a:ea typeface="Aptos"/>
                <a:cs typeface="Aptos"/>
              </a:rPr>
              <a:t>Optimiser les API et le cache</a:t>
            </a:r>
          </a:p>
        </p:txBody>
      </p:sp>
      <p:sp>
        <p:nvSpPr>
          <p:cNvPr id="4" name="Rectangle 3">
            <a:extLst>
              <a:ext uri="{FF2B5EF4-FFF2-40B4-BE49-F238E27FC236}">
                <a16:creationId xmlns:a16="http://schemas.microsoft.com/office/drawing/2014/main" id="{32DA942D-8997-490D-A147-E4D476138B1E}"/>
              </a:ext>
            </a:extLst>
          </p:cNvPr>
          <p:cNvSpPr>
            <a:spLocks noGrp="1"/>
          </p:cNvSpPr>
          <p:nvPr/>
        </p:nvSpPr>
        <p:spPr>
          <a:xfrm>
            <a:off x="666750" y="5286375"/>
            <a:ext cx="10191750" cy="933450"/>
          </a:xfrm>
          <a:prstGeom prst="rect">
            <a:avLst/>
          </a:prstGeom>
          <a:noFill/>
          <a:ln w="0">
            <a:noFill/>
          </a:ln>
        </p:spPr>
        <p:txBody>
          <a:bodyPr>
            <a:noAutofit/>
          </a:bodyPr>
          <a:lstStyle/>
          <a:p>
            <a:pPr>
              <a:defRPr sz="2325" b="0">
                <a:solidFill>
                  <a:srgbClr val="FFFFFF"/>
                </a:solidFill>
                <a:latin typeface="Aptos"/>
                <a:ea typeface="Aptos"/>
                <a:cs typeface="Aptos"/>
              </a:defRPr>
            </a:pPr>
            <a:r>
              <a:rPr sz="2325" b="0">
                <a:solidFill>
                  <a:srgbClr val="FFFFFF"/>
                </a:solidFill>
                <a:latin typeface="Aptos"/>
                <a:ea typeface="Aptos"/>
                <a:cs typeface="Aptos"/>
              </a:rPr>
              <a:t>Jour 4</a:t>
            </a:r>
          </a:p>
          <a:p>
            <a:pPr>
              <a:defRPr sz="2325" b="0">
                <a:solidFill>
                  <a:srgbClr val="FFFFFF"/>
                </a:solidFill>
                <a:latin typeface="Aptos"/>
                <a:ea typeface="Aptos"/>
                <a:cs typeface="Aptos"/>
              </a:defRPr>
            </a:pPr>
            <a:r>
              <a:rPr sz="2325" b="0">
                <a:solidFill>
                  <a:srgbClr val="FFFFFF"/>
                </a:solidFill>
                <a:latin typeface="Aptos"/>
                <a:ea typeface="Aptos"/>
                <a:cs typeface="Aptos"/>
              </a:rPr>
              <a:t>Pagination, N+1, pooling et Redis</a:t>
            </a:r>
          </a:p>
        </p:txBody>
      </p:sp>
      <p:sp>
        <p:nvSpPr>
          <p:cNvPr id="5" name="Rectangle 4">
            <a:extLst>
              <a:ext uri="{FF2B5EF4-FFF2-40B4-BE49-F238E27FC236}">
                <a16:creationId xmlns:a16="http://schemas.microsoft.com/office/drawing/2014/main" id="{7DF83AD1-F2A1-4345-950D-B08083EBC2C2}"/>
              </a:ext>
            </a:extLst>
          </p:cNvPr>
          <p:cNvSpPr>
            <a:spLocks noGrp="1"/>
          </p:cNvSpPr>
          <p:nvPr/>
        </p:nvSpPr>
        <p:spPr>
          <a:xfrm>
            <a:off x="666750" y="7048500"/>
            <a:ext cx="13335000" cy="476250"/>
          </a:xfrm>
          <a:prstGeom prst="rect">
            <a:avLst/>
          </a:prstGeom>
          <a:noFill/>
          <a:ln w="0">
            <a:noFill/>
          </a:ln>
        </p:spPr>
        <p:txBody>
          <a:bodyPr lIns="91440" tIns="45720" rIns="91440" bIns="45720" anchor="t">
            <a:noAutofit/>
          </a:bodyPr>
          <a:lstStyle/>
          <a:p>
            <a:pPr>
              <a:defRPr sz="1800" b="0">
                <a:solidFill>
                  <a:srgbClr val="BFD8E0"/>
                </a:solidFill>
                <a:latin typeface="Aptos"/>
                <a:ea typeface="Aptos"/>
                <a:cs typeface="Aptos"/>
              </a:defRPr>
            </a:pPr>
            <a:r>
              <a:rPr lang="fr-FR">
                <a:solidFill>
                  <a:srgbClr val="BFD8E0"/>
                </a:solidFill>
                <a:latin typeface="Aptos"/>
              </a:rPr>
              <a:t>Bruno DERNIER</a:t>
            </a:r>
            <a:endParaRPr lang="fr-FR" dirty="0">
              <a:solidFill>
                <a:srgbClr val="BFD8E0"/>
              </a:solidFill>
              <a:latin typeface="Aptos"/>
            </a:endParaRPr>
          </a:p>
          <a:p>
            <a:pPr>
              <a:defRPr sz="1800" b="0">
                <a:solidFill>
                  <a:srgbClr val="BFD8E0"/>
                </a:solidFill>
                <a:latin typeface="Aptos"/>
                <a:ea typeface="Aptos"/>
                <a:cs typeface="Aptos"/>
              </a:defRPr>
            </a:pPr>
            <a:r>
              <a:rPr lang="fr-FR">
                <a:latin typeface="Aptos"/>
              </a:rPr>
              <a:t>01/10/2026</a:t>
            </a:r>
            <a:br>
              <a:rPr lang="fr-FR" dirty="0">
                <a:solidFill>
                  <a:srgbClr val="BFD8E0"/>
                </a:solidFill>
                <a:latin typeface="Aptos"/>
              </a:rPr>
            </a:br>
            <a:endParaRPr lang="fr-FR"/>
          </a:p>
        </p:txBody>
      </p:sp>
      <p:sp>
        <p:nvSpPr>
          <p:cNvPr id="6" name="Rectangle 5">
            <a:extLst>
              <a:ext uri="{FF2B5EF4-FFF2-40B4-BE49-F238E27FC236}">
                <a16:creationId xmlns:a16="http://schemas.microsoft.com/office/drawing/2014/main" id="{D06A5209-69E7-4698-B9D0-DEF38F698D8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A98E8E27-3C9F-40C0-B08A-B3FB08C2EFD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01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737938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980D7641-31B7-46DD-BE4D-104A8F21177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C420219F-B94C-4757-857B-D0497329FF2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Objectifs et preuve du jour</a:t>
            </a:r>
          </a:p>
        </p:txBody>
      </p:sp>
      <p:sp>
        <p:nvSpPr>
          <p:cNvPr id="4" name="Rectangle 3">
            <a:extLst>
              <a:ext uri="{FF2B5EF4-FFF2-40B4-BE49-F238E27FC236}">
                <a16:creationId xmlns:a16="http://schemas.microsoft.com/office/drawing/2014/main" id="{0191B288-DA1D-461B-9BC8-6D2BFF24ABF5}"/>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a:solidFill>
                  <a:srgbClr val="F6F3ED"/>
                </a:solidFill>
                <a:latin typeface="Aptos"/>
                <a:ea typeface="Aptos"/>
                <a:cs typeface="Aptos"/>
              </a:rPr>
              <a:t>La journée optimise le chemin complet d’accès aux données. L’étudiant limite les requêtes inutiles, construit une pagination stable et ajoute un cache dont la fraîcheur reste compréhensible.</a:t>
            </a:r>
          </a:p>
        </p:txBody>
      </p:sp>
      <p:sp>
        <p:nvSpPr>
          <p:cNvPr id="5" name="Rectangle 4">
            <a:extLst>
              <a:ext uri="{FF2B5EF4-FFF2-40B4-BE49-F238E27FC236}">
                <a16:creationId xmlns:a16="http://schemas.microsoft.com/office/drawing/2014/main" id="{E24BB802-9B6C-45CA-993D-776B1C0399F7}"/>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La preuve B4C8 contient une trace d’API, un comptage SQL, un contrat de pagination et un scénario d’invalidation. Les mesures doivent distinguer la réduction du travail SQL et le bénéfice du cache.</a:t>
            </a:r>
          </a:p>
        </p:txBody>
      </p:sp>
      <p:sp>
        <p:nvSpPr>
          <p:cNvPr id="6" name="Rectangle 5">
            <a:extLst>
              <a:ext uri="{FF2B5EF4-FFF2-40B4-BE49-F238E27FC236}">
                <a16:creationId xmlns:a16="http://schemas.microsoft.com/office/drawing/2014/main" id="{5790C26B-3EF8-4B43-91A2-F22DE97FF5EC}"/>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C2364928-3C7F-40D1-B844-456C87F3A42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cache intervient après l’examen des requêtes et des garanties métier.</a:t>
            </a:r>
          </a:p>
        </p:txBody>
      </p:sp>
      <p:sp>
        <p:nvSpPr>
          <p:cNvPr id="8" name="Rectangle 7">
            <a:extLst>
              <a:ext uri="{FF2B5EF4-FFF2-40B4-BE49-F238E27FC236}">
                <a16:creationId xmlns:a16="http://schemas.microsoft.com/office/drawing/2014/main" id="{BD76854D-5238-474E-A37B-2B2F64A064CF}"/>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D35762CF-63A2-4188-92A2-91C7AC6DF55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02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2060554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5E90CEA-D9B4-4C87-9F18-2FFFFD355BE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98E2E525-1DBA-4DA0-B47E-4F4D0E97DD9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lang="fr-FR" sz="3600" b="1">
                <a:solidFill>
                  <a:srgbClr val="F6F3ED"/>
                </a:solidFill>
                <a:latin typeface="Aptos"/>
                <a:ea typeface="Aptos"/>
                <a:cs typeface="Aptos"/>
              </a:rPr>
              <a:t>Une page de livres peut coûter cher en SQL</a:t>
            </a:r>
            <a:endParaRPr sz="3600" b="1">
              <a:solidFill>
                <a:srgbClr val="F6F3ED"/>
              </a:solidFill>
              <a:latin typeface="Aptos"/>
              <a:ea typeface="Aptos"/>
              <a:cs typeface="Aptos"/>
            </a:endParaRPr>
          </a:p>
        </p:txBody>
      </p:sp>
      <p:sp>
        <p:nvSpPr>
          <p:cNvPr id="4" name="Rectangle 3">
            <a:extLst>
              <a:ext uri="{FF2B5EF4-FFF2-40B4-BE49-F238E27FC236}">
                <a16:creationId xmlns:a16="http://schemas.microsoft.com/office/drawing/2014/main" id="{9C83DDBE-C2D3-4093-AC86-42B16D10FFBD}"/>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lang="fr-FR" sz="1425" b="1">
                <a:solidFill>
                  <a:srgbClr val="69E0E3"/>
                </a:solidFill>
                <a:latin typeface="Aptos"/>
                <a:ea typeface="Aptos"/>
                <a:cs typeface="Aptos"/>
              </a:rPr>
              <a:t>EXEMPLE · BIBLIOTHÈQUE</a:t>
            </a:r>
            <a:endParaRPr sz="1425" b="1">
              <a:solidFill>
                <a:srgbClr val="69E0E3"/>
              </a:solidFill>
              <a:latin typeface="Aptos"/>
              <a:ea typeface="Aptos"/>
              <a:cs typeface="Aptos"/>
            </a:endParaRPr>
          </a:p>
        </p:txBody>
      </p:sp>
      <p:sp>
        <p:nvSpPr>
          <p:cNvPr id="5" name="Rectangle 4">
            <a:extLst>
              <a:ext uri="{FF2B5EF4-FFF2-40B4-BE49-F238E27FC236}">
                <a16:creationId xmlns:a16="http://schemas.microsoft.com/office/drawing/2014/main" id="{9F63DE48-573E-4807-9CA7-BB6D16B842C6}"/>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lang="fr-FR" sz="2475" b="0">
                <a:solidFill>
                  <a:srgbClr val="F6F3ED"/>
                </a:solidFill>
                <a:latin typeface="Aptos"/>
                <a:ea typeface="Aptos"/>
                <a:cs typeface="Aptos"/>
              </a:rPr>
              <a:t>L’API affiche 3 livres et le nom de leur auteur. Pour construire cette page, elle sélectionne d’abord les livres, puis récupère les auteurs. Deux coûts différents peuvent alors apparaître.</a:t>
            </a:r>
            <a:endParaRPr sz="2475" b="0">
              <a:solidFill>
                <a:srgbClr val="F6F3ED"/>
              </a:solidFill>
              <a:latin typeface="Aptos"/>
              <a:ea typeface="Aptos"/>
              <a:cs typeface="Aptos"/>
            </a:endParaRPr>
          </a:p>
        </p:txBody>
      </p:sp>
      <p:sp>
        <p:nvSpPr>
          <p:cNvPr id="6" name="Rectangle 5">
            <a:extLst>
              <a:ext uri="{FF2B5EF4-FFF2-40B4-BE49-F238E27FC236}">
                <a16:creationId xmlns:a16="http://schemas.microsoft.com/office/drawing/2014/main" id="{8066E1E8-98A7-4CB9-829C-D478563C0371}"/>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lang="fr-FR" sz="2175" b="0">
                <a:solidFill>
                  <a:srgbClr val="F6F3ED"/>
                </a:solidFill>
                <a:latin typeface="Aptos"/>
                <a:ea typeface="Aptos"/>
                <a:cs typeface="Aptos"/>
              </a:rPr>
              <a:t>OFFSET : pour la page 2, la requête saute 3 livres et renvoie les 3 suivants. Plus la page est lointaine, plus il peut y avoir de lignes à parcourir.
N+1 : après 1 requête pour les 3 livres, l’ORM lance 1 requête par auteur : 1 + 3 = 4 requêtes.</a:t>
            </a:r>
            <a:endParaRPr sz="2175" b="0">
              <a:solidFill>
                <a:srgbClr val="F6F3ED"/>
              </a:solidFill>
              <a:latin typeface="Aptos"/>
              <a:ea typeface="Aptos"/>
              <a:cs typeface="Aptos"/>
            </a:endParaRPr>
          </a:p>
        </p:txBody>
      </p:sp>
      <p:sp>
        <p:nvSpPr>
          <p:cNvPr id="7" name="Rectangle 6">
            <a:extLst>
              <a:ext uri="{FF2B5EF4-FFF2-40B4-BE49-F238E27FC236}">
                <a16:creationId xmlns:a16="http://schemas.microsoft.com/office/drawing/2014/main" id="{6B94140C-6115-422B-BB0C-A97702EA9D0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lang="fr-FR" sz="1350" b="1">
                <a:solidFill>
                  <a:srgbClr val="69E0E3"/>
                </a:solidFill>
                <a:latin typeface="Aptos"/>
                <a:ea typeface="Aptos"/>
                <a:cs typeface="Aptos"/>
              </a:rPr>
              <a:t>LE LIEN · UNE MÊME PAGE, DEUX PROBLÈMES</a:t>
            </a:r>
            <a:endParaRPr sz="1350" b="1">
              <a:solidFill>
                <a:srgbClr val="69E0E3"/>
              </a:solidFill>
              <a:latin typeface="Aptos"/>
              <a:ea typeface="Aptos"/>
              <a:cs typeface="Aptos"/>
            </a:endParaRPr>
          </a:p>
        </p:txBody>
      </p:sp>
      <p:sp>
        <p:nvSpPr>
          <p:cNvPr id="8" name="Rectangle 7">
            <a:extLst>
              <a:ext uri="{FF2B5EF4-FFF2-40B4-BE49-F238E27FC236}">
                <a16:creationId xmlns:a16="http://schemas.microsoft.com/office/drawing/2014/main" id="{D92CEF59-D5F5-42E1-96E0-73A22A329A1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lang="fr-FR" sz="1875" b="0">
                <a:solidFill>
                  <a:srgbClr val="F6F3ED"/>
                </a:solidFill>
                <a:latin typeface="Aptos"/>
                <a:ea typeface="Aptos"/>
                <a:cs typeface="Aptos"/>
              </a:rPr>
              <a:t>OFFSET concerne les lignes parcourues ; N+1 concerne le nombre de requêtes. On les corrige séparément : pagination adaptée et chargement groupé des auteurs.</a:t>
            </a:r>
            <a:endParaRPr sz="1875" b="0">
              <a:solidFill>
                <a:srgbClr val="F6F3ED"/>
              </a:solidFill>
              <a:latin typeface="Aptos"/>
              <a:ea typeface="Aptos"/>
              <a:cs typeface="Aptos"/>
            </a:endParaRPr>
          </a:p>
        </p:txBody>
      </p:sp>
      <p:sp>
        <p:nvSpPr>
          <p:cNvPr id="9" name="Rectangle 8">
            <a:extLst>
              <a:ext uri="{FF2B5EF4-FFF2-40B4-BE49-F238E27FC236}">
                <a16:creationId xmlns:a16="http://schemas.microsoft.com/office/drawing/2014/main" id="{640689E2-1BEE-4187-83F4-A646891BF65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50763B75-0CC8-46D7-BADC-FAFFFAD4D1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03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783629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E4D594E-A7C9-4ED1-954F-DF62186F8D1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68F3C953-5860-4B37-A59B-4E4503D4DE0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OFFSET saute les lignes précédant la page</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DD2F11DD-CA2C-40D9-BADF-8165E2F6E2B3}"/>
              </a:ext>
            </a:extLst>
          </p:cNvPr>
          <p:cNvSpPr>
            <a:spLocks noGrp="1"/>
          </p:cNvSpPr>
          <p:nvPr/>
        </p:nvSpPr>
        <p:spPr>
          <a:xfrm>
            <a:off x="666750" y="2806700"/>
            <a:ext cx="6032500" cy="2616200"/>
          </a:xfrm>
          <a:prstGeom prst="rect">
            <a:avLst/>
          </a:prstGeom>
          <a:noFill/>
          <a:ln w="0">
            <a:noFill/>
          </a:ln>
        </p:spPr>
        <p:txBody>
          <a:bodyPr>
            <a:noAutofit/>
          </a:bodyPr>
          <a:lstStyle/>
          <a:p>
            <a:pPr>
              <a:defRPr sz="2025" b="0">
                <a:solidFill>
                  <a:srgbClr val="173044"/>
                </a:solidFill>
                <a:latin typeface="Aptos"/>
                <a:ea typeface="Aptos"/>
                <a:cs typeface="Aptos"/>
              </a:defRPr>
            </a:pPr>
            <a:r>
              <a:rPr lang="en-US" sz="2100" b="0">
                <a:solidFill>
                  <a:srgbClr val="173044"/>
                </a:solidFill>
                <a:latin typeface="Consolas"/>
                <a:ea typeface="Aptos"/>
                <a:cs typeface="Aptos"/>
              </a:rPr>
              <a:t>SELECT id, titre
FROM livres
ORDER BY id
LIMIT 3 OFFSET 3;</a:t>
            </a:r>
            <a:endParaRPr sz="2100" b="0">
              <a:solidFill>
                <a:srgbClr val="173044"/>
              </a:solidFill>
              <a:latin typeface="Consolas"/>
              <a:ea typeface="Aptos"/>
              <a:cs typeface="Aptos"/>
            </a:endParaRPr>
          </a:p>
        </p:txBody>
      </p:sp>
      <p:graphicFrame>
        <p:nvGraphicFramePr>
          <p:cNvPr id="12" name="Tableau 11"/>
          <p:cNvGraphicFramePr/>
          <p:nvPr>
            <p:extLst>
              <p:ext uri="{D42A27DB-BD31-4B8C-83A1-F6EECF244321}">
                <p14:modId xmlns:p14="http://schemas.microsoft.com/office/powerpoint/2010/main" val="3687337344"/>
              </p:ext>
            </p:extLst>
          </p:nvPr>
        </p:nvGraphicFramePr>
        <p:xfrm>
          <a:off x="7334250" y="2381250"/>
          <a:ext cx="7239000" cy="3905251"/>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557893">
                <a:tc>
                  <a:txBody>
                    <a:bodyPr/>
                    <a:lstStyle/>
                    <a:p>
                      <a:r>
                        <a:rPr lang="fr-FR" sz="1800" b="1">
                          <a:solidFill>
                            <a:srgbClr val="FFFFFF"/>
                          </a:solidFill>
                          <a:latin typeface="Aptos"/>
                          <a:ea typeface="Aptos"/>
                          <a:cs typeface="Aptos"/>
                        </a:rPr>
                        <a:t>ID</a:t>
                      </a:r>
                      <a:endParaRPr sz="1800" b="1">
                        <a:solidFill>
                          <a:srgbClr val="FFFFFF"/>
                        </a:solidFill>
                        <a:latin typeface="Aptos"/>
                        <a:ea typeface="Aptos"/>
                        <a:cs typeface="Aptos"/>
                      </a:endParaRPr>
                    </a:p>
                  </a:txBody>
                  <a:tcPr marL="142875" marR="142875" marT="114300" marB="114300" anchor="ctr">
                    <a:solidFill>
                      <a:srgbClr val="173C4C"/>
                    </a:solidFill>
                  </a:tcPr>
                </a:tc>
                <a:tc>
                  <a:txBody>
                    <a:bodyPr/>
                    <a:lstStyle/>
                    <a:p>
                      <a:r>
                        <a:rPr lang="fr-FR" sz="1800" b="1">
                          <a:solidFill>
                            <a:srgbClr val="FFFFFF"/>
                          </a:solidFill>
                          <a:latin typeface="Aptos"/>
                          <a:ea typeface="Aptos"/>
                          <a:cs typeface="Aptos"/>
                        </a:rPr>
                        <a:t>Livre (ordre par id)</a:t>
                      </a:r>
                      <a:endParaRPr sz="1800" b="1">
                        <a:solidFill>
                          <a:srgbClr val="FFFFFF"/>
                        </a:solidFill>
                        <a:latin typeface="Aptos"/>
                        <a:ea typeface="Aptos"/>
                        <a:cs typeface="Aptos"/>
                      </a:endParaRPr>
                    </a:p>
                  </a:txBody>
                  <a:tcPr marL="142875" marR="142875" marT="114300" marB="114300" anchor="ctr">
                    <a:solidFill>
                      <a:srgbClr val="173C4C"/>
                    </a:solidFill>
                  </a:tcPr>
                </a:tc>
                <a:extLst>
                  <a:ext uri="{0D108BD9-81ED-4DB2-BD59-A6C34878D82A}">
                    <a16:rowId xmlns:a16="http://schemas.microsoft.com/office/drawing/2014/main" val="10000"/>
                  </a:ext>
                </a:extLst>
              </a:tr>
              <a:tr h="557893">
                <a:tc>
                  <a:txBody>
                    <a:bodyPr/>
                    <a:lstStyle/>
                    <a:p>
                      <a:r>
                        <a:rPr lang="fr-FR" sz="1800">
                          <a:solidFill>
                            <a:srgbClr val="173044"/>
                          </a:solidFill>
                          <a:latin typeface="Aptos"/>
                          <a:ea typeface="Aptos"/>
                          <a:cs typeface="Aptos"/>
                        </a:rPr>
                        <a:t>1</a:t>
                      </a:r>
                      <a:endParaRPr sz="1800">
                        <a:solidFill>
                          <a:srgbClr val="173044"/>
                        </a:solidFill>
                        <a:latin typeface="Aptos"/>
                        <a:ea typeface="Aptos"/>
                        <a:cs typeface="Aptos"/>
                      </a:endParaRPr>
                    </a:p>
                  </a:txBody>
                  <a:tcPr marL="142875" marR="142875" marT="114300" marB="114300" anchor="ctr">
                    <a:solidFill>
                      <a:srgbClr val="F2DFC9"/>
                    </a:solidFill>
                  </a:tcPr>
                </a:tc>
                <a:tc>
                  <a:txBody>
                    <a:bodyPr/>
                    <a:lstStyle/>
                    <a:p>
                      <a:r>
                        <a:rPr lang="fr-FR" sz="1800">
                          <a:solidFill>
                            <a:srgbClr val="173044"/>
                          </a:solidFill>
                          <a:latin typeface="Aptos"/>
                          <a:ea typeface="Aptos"/>
                          <a:cs typeface="Aptos"/>
                        </a:rPr>
                        <a:t>Atlas</a:t>
                      </a:r>
                      <a:endParaRPr sz="1800">
                        <a:solidFill>
                          <a:srgbClr val="173044"/>
                        </a:solidFill>
                        <a:latin typeface="Aptos"/>
                        <a:ea typeface="Aptos"/>
                        <a:cs typeface="Aptos"/>
                      </a:endParaRPr>
                    </a:p>
                  </a:txBody>
                  <a:tcPr marL="142875" marR="142875" marT="114300" marB="114300" anchor="ctr">
                    <a:solidFill>
                      <a:srgbClr val="F2DFC9"/>
                    </a:solidFill>
                  </a:tcPr>
                </a:tc>
                <a:extLst>
                  <a:ext uri="{0D108BD9-81ED-4DB2-BD59-A6C34878D82A}">
                    <a16:rowId xmlns:a16="http://schemas.microsoft.com/office/drawing/2014/main" val="10001"/>
                  </a:ext>
                </a:extLst>
              </a:tr>
              <a:tr h="557893">
                <a:tc>
                  <a:txBody>
                    <a:bodyPr/>
                    <a:lstStyle/>
                    <a:p>
                      <a:r>
                        <a:rPr lang="fr-FR" sz="1800">
                          <a:solidFill>
                            <a:srgbClr val="173044"/>
                          </a:solidFill>
                          <a:latin typeface="Aptos"/>
                          <a:ea typeface="Aptos"/>
                          <a:cs typeface="Aptos"/>
                        </a:rPr>
                        <a:t>2</a:t>
                      </a:r>
                      <a:endParaRPr sz="1800">
                        <a:solidFill>
                          <a:srgbClr val="173044"/>
                        </a:solidFill>
                        <a:latin typeface="Aptos"/>
                        <a:ea typeface="Aptos"/>
                        <a:cs typeface="Aptos"/>
                      </a:endParaRPr>
                    </a:p>
                  </a:txBody>
                  <a:tcPr marL="142875" marR="142875" marT="114300" marB="114300" anchor="ctr">
                    <a:solidFill>
                      <a:srgbClr val="F2DFC9"/>
                    </a:solidFill>
                  </a:tcPr>
                </a:tc>
                <a:tc>
                  <a:txBody>
                    <a:bodyPr/>
                    <a:lstStyle/>
                    <a:p>
                      <a:r>
                        <a:rPr lang="fr-FR" sz="1800">
                          <a:solidFill>
                            <a:srgbClr val="173044"/>
                          </a:solidFill>
                          <a:latin typeface="Aptos"/>
                          <a:ea typeface="Aptos"/>
                          <a:cs typeface="Aptos"/>
                        </a:rPr>
                        <a:t>Boréal</a:t>
                      </a:r>
                      <a:endParaRPr sz="1800">
                        <a:solidFill>
                          <a:srgbClr val="173044"/>
                        </a:solidFill>
                        <a:latin typeface="Aptos"/>
                        <a:ea typeface="Aptos"/>
                        <a:cs typeface="Aptos"/>
                      </a:endParaRPr>
                    </a:p>
                  </a:txBody>
                  <a:tcPr marL="142875" marR="142875" marT="114300" marB="114300" anchor="ctr">
                    <a:solidFill>
                      <a:srgbClr val="F2DFC9"/>
                    </a:solidFill>
                  </a:tcPr>
                </a:tc>
                <a:extLst>
                  <a:ext uri="{0D108BD9-81ED-4DB2-BD59-A6C34878D82A}">
                    <a16:rowId xmlns:a16="http://schemas.microsoft.com/office/drawing/2014/main" val="10002"/>
                  </a:ext>
                </a:extLst>
              </a:tr>
              <a:tr h="557893">
                <a:tc>
                  <a:txBody>
                    <a:bodyPr/>
                    <a:lstStyle/>
                    <a:p>
                      <a:r>
                        <a:rPr lang="fr-FR" sz="1800">
                          <a:solidFill>
                            <a:srgbClr val="173044"/>
                          </a:solidFill>
                          <a:latin typeface="Aptos"/>
                          <a:ea typeface="Aptos"/>
                          <a:cs typeface="Aptos"/>
                        </a:rPr>
                        <a:t>3</a:t>
                      </a:r>
                      <a:endParaRPr sz="1800">
                        <a:solidFill>
                          <a:srgbClr val="173044"/>
                        </a:solidFill>
                        <a:latin typeface="Aptos"/>
                        <a:ea typeface="Aptos"/>
                        <a:cs typeface="Aptos"/>
                      </a:endParaRPr>
                    </a:p>
                  </a:txBody>
                  <a:tcPr marL="142875" marR="142875" marT="114300" marB="114300" anchor="ctr">
                    <a:solidFill>
                      <a:srgbClr val="F2DFC9"/>
                    </a:solidFill>
                  </a:tcPr>
                </a:tc>
                <a:tc>
                  <a:txBody>
                    <a:bodyPr/>
                    <a:lstStyle/>
                    <a:p>
                      <a:r>
                        <a:rPr lang="fr-FR" sz="1800">
                          <a:solidFill>
                            <a:srgbClr val="173044"/>
                          </a:solidFill>
                          <a:latin typeface="Aptos"/>
                          <a:ea typeface="Aptos"/>
                          <a:cs typeface="Aptos"/>
                        </a:rPr>
                        <a:t>Cosmos</a:t>
                      </a:r>
                      <a:endParaRPr sz="1800">
                        <a:solidFill>
                          <a:srgbClr val="173044"/>
                        </a:solidFill>
                        <a:latin typeface="Aptos"/>
                        <a:ea typeface="Aptos"/>
                        <a:cs typeface="Aptos"/>
                      </a:endParaRPr>
                    </a:p>
                  </a:txBody>
                  <a:tcPr marL="142875" marR="142875" marT="114300" marB="114300" anchor="ctr">
                    <a:solidFill>
                      <a:srgbClr val="F2DFC9"/>
                    </a:solidFill>
                  </a:tcPr>
                </a:tc>
                <a:extLst>
                  <a:ext uri="{0D108BD9-81ED-4DB2-BD59-A6C34878D82A}">
                    <a16:rowId xmlns:a16="http://schemas.microsoft.com/office/drawing/2014/main" val="10003"/>
                  </a:ext>
                </a:extLst>
              </a:tr>
              <a:tr h="557893">
                <a:tc>
                  <a:txBody>
                    <a:bodyPr/>
                    <a:lstStyle/>
                    <a:p>
                      <a:r>
                        <a:rPr lang="fr-FR" sz="1800" b="1">
                          <a:solidFill>
                            <a:srgbClr val="173044"/>
                          </a:solidFill>
                          <a:latin typeface="Aptos"/>
                          <a:ea typeface="Aptos"/>
                          <a:cs typeface="Aptos"/>
                        </a:rPr>
                        <a:t>4</a:t>
                      </a:r>
                      <a:endParaRPr sz="1800" b="1">
                        <a:solidFill>
                          <a:srgbClr val="173044"/>
                        </a:solidFill>
                        <a:latin typeface="Aptos"/>
                        <a:ea typeface="Aptos"/>
                        <a:cs typeface="Aptos"/>
                      </a:endParaRPr>
                    </a:p>
                  </a:txBody>
                  <a:tcPr marL="142875" marR="142875" marT="114300" marB="114300" anchor="ctr">
                    <a:solidFill>
                      <a:srgbClr val="F5B56D"/>
                    </a:solidFill>
                  </a:tcPr>
                </a:tc>
                <a:tc>
                  <a:txBody>
                    <a:bodyPr/>
                    <a:lstStyle/>
                    <a:p>
                      <a:r>
                        <a:rPr lang="fr-FR" sz="1800" b="1">
                          <a:solidFill>
                            <a:srgbClr val="173044"/>
                          </a:solidFill>
                          <a:latin typeface="Aptos"/>
                          <a:ea typeface="Aptos"/>
                          <a:cs typeface="Aptos"/>
                        </a:rPr>
                        <a:t>Delta</a:t>
                      </a:r>
                      <a:endParaRPr sz="1800" b="1">
                        <a:solidFill>
                          <a:srgbClr val="173044"/>
                        </a:solidFill>
                        <a:latin typeface="Aptos"/>
                        <a:ea typeface="Aptos"/>
                        <a:cs typeface="Aptos"/>
                      </a:endParaRPr>
                    </a:p>
                  </a:txBody>
                  <a:tcPr marL="142875" marR="142875" marT="114300" marB="114300" anchor="ctr">
                    <a:solidFill>
                      <a:srgbClr val="F5B56D"/>
                    </a:solidFill>
                  </a:tcPr>
                </a:tc>
                <a:extLst>
                  <a:ext uri="{0D108BD9-81ED-4DB2-BD59-A6C34878D82A}">
                    <a16:rowId xmlns:a16="http://schemas.microsoft.com/office/drawing/2014/main" val="10004"/>
                  </a:ext>
                </a:extLst>
              </a:tr>
              <a:tr h="557893">
                <a:tc>
                  <a:txBody>
                    <a:bodyPr/>
                    <a:lstStyle/>
                    <a:p>
                      <a:r>
                        <a:rPr lang="fr-FR" sz="1800" b="1">
                          <a:solidFill>
                            <a:srgbClr val="173044"/>
                          </a:solidFill>
                          <a:latin typeface="Aptos"/>
                          <a:ea typeface="Aptos"/>
                          <a:cs typeface="Aptos"/>
                        </a:rPr>
                        <a:t>5</a:t>
                      </a:r>
                      <a:endParaRPr sz="1800" b="1">
                        <a:solidFill>
                          <a:srgbClr val="173044"/>
                        </a:solidFill>
                        <a:latin typeface="Aptos"/>
                        <a:ea typeface="Aptos"/>
                        <a:cs typeface="Aptos"/>
                      </a:endParaRPr>
                    </a:p>
                  </a:txBody>
                  <a:tcPr marL="142875" marR="142875" marT="114300" marB="114300" anchor="ctr">
                    <a:solidFill>
                      <a:srgbClr val="F5B56D"/>
                    </a:solidFill>
                  </a:tcPr>
                </a:tc>
                <a:tc>
                  <a:txBody>
                    <a:bodyPr/>
                    <a:lstStyle/>
                    <a:p>
                      <a:r>
                        <a:rPr lang="fr-FR" sz="1800" b="1">
                          <a:solidFill>
                            <a:srgbClr val="173044"/>
                          </a:solidFill>
                          <a:latin typeface="Aptos"/>
                          <a:ea typeface="Aptos"/>
                          <a:cs typeface="Aptos"/>
                        </a:rPr>
                        <a:t>Écho</a:t>
                      </a:r>
                      <a:endParaRPr sz="1800" b="1">
                        <a:solidFill>
                          <a:srgbClr val="173044"/>
                        </a:solidFill>
                        <a:latin typeface="Aptos"/>
                        <a:ea typeface="Aptos"/>
                        <a:cs typeface="Aptos"/>
                      </a:endParaRPr>
                    </a:p>
                  </a:txBody>
                  <a:tcPr marL="142875" marR="142875" marT="114300" marB="114300" anchor="ctr">
                    <a:solidFill>
                      <a:srgbClr val="F5B56D"/>
                    </a:solidFill>
                  </a:tcPr>
                </a:tc>
                <a:extLst>
                  <a:ext uri="{0D108BD9-81ED-4DB2-BD59-A6C34878D82A}">
                    <a16:rowId xmlns:a16="http://schemas.microsoft.com/office/drawing/2014/main" val="10005"/>
                  </a:ext>
                </a:extLst>
              </a:tr>
              <a:tr h="557893">
                <a:tc>
                  <a:txBody>
                    <a:bodyPr/>
                    <a:lstStyle/>
                    <a:p>
                      <a:r>
                        <a:rPr lang="fr-FR" sz="1800" b="1">
                          <a:solidFill>
                            <a:srgbClr val="173044"/>
                          </a:solidFill>
                          <a:latin typeface="Aptos"/>
                          <a:ea typeface="Aptos"/>
                          <a:cs typeface="Aptos"/>
                        </a:rPr>
                        <a:t>6</a:t>
                      </a:r>
                      <a:endParaRPr sz="1800" b="1">
                        <a:solidFill>
                          <a:srgbClr val="173044"/>
                        </a:solidFill>
                        <a:latin typeface="Aptos"/>
                        <a:ea typeface="Aptos"/>
                        <a:cs typeface="Aptos"/>
                      </a:endParaRPr>
                    </a:p>
                  </a:txBody>
                  <a:tcPr marL="142875" marR="142875" marT="114300" marB="114300" anchor="ctr">
                    <a:solidFill>
                      <a:srgbClr val="F5B56D"/>
                    </a:solidFill>
                  </a:tcPr>
                </a:tc>
                <a:tc>
                  <a:txBody>
                    <a:bodyPr/>
                    <a:lstStyle/>
                    <a:p>
                      <a:r>
                        <a:rPr lang="fr-FR" sz="1800" b="1">
                          <a:solidFill>
                            <a:srgbClr val="173044"/>
                          </a:solidFill>
                          <a:latin typeface="Aptos"/>
                          <a:ea typeface="Aptos"/>
                          <a:cs typeface="Aptos"/>
                        </a:rPr>
                        <a:t>Flora</a:t>
                      </a:r>
                      <a:endParaRPr sz="1800" b="1">
                        <a:solidFill>
                          <a:srgbClr val="173044"/>
                        </a:solidFill>
                        <a:latin typeface="Aptos"/>
                        <a:ea typeface="Aptos"/>
                        <a:cs typeface="Aptos"/>
                      </a:endParaRPr>
                    </a:p>
                  </a:txBody>
                  <a:tcPr marL="142875" marR="142875" marT="114300" marB="114300" anchor="ctr">
                    <a:solidFill>
                      <a:srgbClr val="F5B56D"/>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A4046EE2-D21D-4EFF-A32A-399718C5FD9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F069C409-687B-4065-9362-7DBB702B16F7}"/>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04 / 33</a:t>
            </a:r>
            <a:endParaRPr sz="1275" b="0">
              <a:solidFill>
                <a:srgbClr val="3F5B66"/>
              </a:solidFill>
              <a:latin typeface="Aptos"/>
              <a:ea typeface="Aptos"/>
              <a:cs typeface="Aptos"/>
            </a:endParaRPr>
          </a:p>
        </p:txBody>
      </p:sp>
      <p:sp>
        <p:nvSpPr>
          <p:cNvPr id="5" name="ZoneTexte 4">
            <a:extLst>
              <a:ext uri="{FF2B5EF4-FFF2-40B4-BE49-F238E27FC236}">
                <a16:creationId xmlns:a16="http://schemas.microsoft.com/office/drawing/2014/main" id="{F79658EF-2435-47B3-9C6A-B1F1BD7FFE21}"/>
              </a:ext>
            </a:extLst>
          </p:cNvPr>
          <p:cNvSpPr txBox="1"/>
          <p:nvPr/>
        </p:nvSpPr>
        <p:spPr>
          <a:xfrm>
            <a:off x="666750" y="2209800"/>
            <a:ext cx="5905500" cy="355600"/>
          </a:xfrm>
          <a:prstGeom prst="rect">
            <a:avLst/>
          </a:prstGeom>
          <a:noFill/>
        </p:spPr>
        <p:txBody>
          <a:bodyPr vertOverflow="overflow" vert="horz" wrap="square" rtlCol="0" anchor="t">
            <a:spAutoFit/>
          </a:bodyPr>
          <a:lstStyle/>
          <a:p>
            <a:pPr algn="l"/>
            <a:r>
              <a:rPr lang="fr-FR" sz="1400" b="1">
                <a:solidFill>
                  <a:srgbClr val="AD4B17"/>
                </a:solidFill>
                <a:latin typeface="Aptos"/>
              </a:rPr>
              <a:t>EXEMPLE · BIBLIOTHÈQUE</a:t>
            </a:r>
          </a:p>
        </p:txBody>
      </p:sp>
      <p:sp>
        <p:nvSpPr>
          <p:cNvPr id="9" name="ZoneTexte 8">
            <a:extLst>
              <a:ext uri="{FF2B5EF4-FFF2-40B4-BE49-F238E27FC236}">
                <a16:creationId xmlns:a16="http://schemas.microsoft.com/office/drawing/2014/main" id="{3A604698-0CCC-46B4-8B0F-5381DB030D78}"/>
              </a:ext>
            </a:extLst>
          </p:cNvPr>
          <p:cNvSpPr txBox="1"/>
          <p:nvPr/>
        </p:nvSpPr>
        <p:spPr>
          <a:xfrm>
            <a:off x="666750" y="5626100"/>
            <a:ext cx="5969000" cy="1397000"/>
          </a:xfrm>
          <a:prstGeom prst="rect">
            <a:avLst/>
          </a:prstGeom>
          <a:noFill/>
        </p:spPr>
        <p:txBody>
          <a:bodyPr vertOverflow="overflow" vert="horz" wrap="square" rtlCol="0" anchor="t">
            <a:spAutoFit/>
          </a:bodyPr>
          <a:lstStyle/>
          <a:p>
            <a:pPr algn="l"/>
            <a:r>
              <a:rPr lang="fr-FR" sz="1900">
                <a:solidFill>
                  <a:srgbClr val="173044"/>
                </a:solidFill>
                <a:latin typeface="Aptos"/>
              </a:rPr>
              <a:t>OFFSET 3 ignore les livres 1 à 3. LIMIT 3 renvoie les livres 4 à 6 (page 2).</a:t>
            </a:r>
          </a:p>
        </p:txBody>
      </p:sp>
      <p:sp>
        <p:nvSpPr>
          <p:cNvPr id="10" name="ZoneTexte 9">
            <a:extLst>
              <a:ext uri="{FF2B5EF4-FFF2-40B4-BE49-F238E27FC236}">
                <a16:creationId xmlns:a16="http://schemas.microsoft.com/office/drawing/2014/main" id="{183364BF-7703-4646-8BA5-1376FE88B755}"/>
              </a:ext>
            </a:extLst>
          </p:cNvPr>
          <p:cNvSpPr txBox="1"/>
          <p:nvPr/>
        </p:nvSpPr>
        <p:spPr>
          <a:xfrm>
            <a:off x="7334250" y="6565900"/>
            <a:ext cx="7239000" cy="1079500"/>
          </a:xfrm>
          <a:prstGeom prst="rect">
            <a:avLst/>
          </a:prstGeom>
          <a:noFill/>
        </p:spPr>
        <p:txBody>
          <a:bodyPr vertOverflow="overflow" vert="horz" wrap="square" rtlCol="0" anchor="t">
            <a:spAutoFit/>
          </a:bodyPr>
          <a:lstStyle/>
          <a:p>
            <a:pPr algn="l"/>
            <a:r>
              <a:rPr lang="fr-FR" sz="1600">
                <a:solidFill>
                  <a:srgbClr val="173044"/>
                </a:solidFill>
                <a:latin typeface="Aptos"/>
              </a:rPr>
              <a:t>04 / 37</a:t>
            </a:r>
          </a:p>
        </p:txBody>
      </p:sp>
    </p:spTree>
    <p:extLst>
      <p:ext uri="{BB962C8B-B14F-4D97-AF65-F5344CB8AC3E}">
        <p14:creationId xmlns:p14="http://schemas.microsoft.com/office/powerpoint/2010/main" val="1050274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3B2969F-385B-4D38-B160-D0DB8DA3AF2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F507079E-5BCA-4C0F-9918-62BC28E5F1B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OFFSET et travail croissant</a:t>
            </a:r>
          </a:p>
        </p:txBody>
      </p:sp>
      <p:sp>
        <p:nvSpPr>
          <p:cNvPr id="4" name="Rectangle 3">
            <a:extLst>
              <a:ext uri="{FF2B5EF4-FFF2-40B4-BE49-F238E27FC236}">
                <a16:creationId xmlns:a16="http://schemas.microsoft.com/office/drawing/2014/main" id="{9334B523-17EB-4B37-A14D-CF42F4ED33ED}"/>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OFFSET demande au moteur d’écarter un nombre de lignes avant de renvoyer la page. Avec un grand décalage, le moteur peut parcourir beaucoup d’entrées même si la page contient seulement vingt lignes.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insertion ou une suppression entre deux appels peut aussi déplacer les positions. OFFSET reste pratique pour un accès direct à une page numérotée sur un ensemble raisonnable et stable. La décision dépend du besoin de navigation.</a:t>
            </a:r>
          </a:p>
        </p:txBody>
      </p:sp>
      <p:sp>
        <p:nvSpPr>
          <p:cNvPr id="5" name="Rectangle 4">
            <a:extLst>
              <a:ext uri="{FF2B5EF4-FFF2-40B4-BE49-F238E27FC236}">
                <a16:creationId xmlns:a16="http://schemas.microsoft.com/office/drawing/2014/main" id="{36FA8A2B-E3D5-4E02-AAB6-488B52DCD15D}"/>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Entrées à parcourir au moins</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C0C498C3-D712-490A-B2E5-209EE27F9248}"/>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Calcul illustratif : OFFSET + LIMIT, avec page de 20.</a:t>
            </a:r>
          </a:p>
        </p:txBody>
      </p:sp>
      <p:sp>
        <p:nvSpPr>
          <p:cNvPr id="8" name="Rectangle 7">
            <a:extLst>
              <a:ext uri="{FF2B5EF4-FFF2-40B4-BE49-F238E27FC236}">
                <a16:creationId xmlns:a16="http://schemas.microsoft.com/office/drawing/2014/main" id="{A14B3AD2-9081-4121-A4F6-82BD6CF6938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7B4149BA-9048-4630-A52B-088856A2235E}"/>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comptage ci-dessous représente un travail théorique, pas une durée.</a:t>
            </a:r>
          </a:p>
        </p:txBody>
      </p:sp>
      <p:sp>
        <p:nvSpPr>
          <p:cNvPr id="10" name="Rectangle 9">
            <a:extLst>
              <a:ext uri="{FF2B5EF4-FFF2-40B4-BE49-F238E27FC236}">
                <a16:creationId xmlns:a16="http://schemas.microsoft.com/office/drawing/2014/main" id="{88CADF78-DCF7-41C7-ADE6-C71F47B5476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E18A74CB-4D9D-4C04-9C00-6B6D52BB105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05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601063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57DBAD6-752F-469D-BFB6-8E8F86D010E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BDCC179B-6E02-4D9F-82C3-D94B5F61FBC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Pagination par curseur</a:t>
            </a:r>
          </a:p>
        </p:txBody>
      </p:sp>
      <p:sp>
        <p:nvSpPr>
          <p:cNvPr id="4" name="Rectangle 3">
            <a:extLst>
              <a:ext uri="{FF2B5EF4-FFF2-40B4-BE49-F238E27FC236}">
                <a16:creationId xmlns:a16="http://schemas.microsoft.com/office/drawing/2014/main" id="{645F0D91-086B-4872-98E6-F44A255916CF}"/>
              </a:ext>
            </a:extLst>
          </p:cNvPr>
          <p:cNvSpPr>
            <a:spLocks noGrp="1"/>
          </p:cNvSpPr>
          <p:nvPr/>
        </p:nvSpPr>
        <p:spPr>
          <a:xfrm>
            <a:off x="666750" y="2105025"/>
            <a:ext cx="6191250" cy="4333875"/>
          </a:xfrm>
          <a:prstGeom prst="rect">
            <a:avLst/>
          </a:prstGeom>
          <a:noFill/>
          <a:ln w="0">
            <a:noFill/>
          </a:ln>
        </p:spPr>
        <p:txBody>
          <a:bodyPr lIns="91440" tIns="45720" rIns="91440" bIns="45720" anchor="t">
            <a:normAutofit/>
          </a:bodyPr>
          <a:lstStyle/>
          <a:p>
            <a:pPr>
              <a:defRPr sz="2025" b="0">
                <a:solidFill>
                  <a:srgbClr val="173044"/>
                </a:solidFill>
                <a:latin typeface="Aptos"/>
                <a:ea typeface="Aptos"/>
                <a:cs typeface="Aptos"/>
              </a:defRPr>
            </a:pPr>
            <a:r>
              <a:rPr lang="fr-FR" sz="2025">
                <a:solidFill>
                  <a:srgbClr val="173044"/>
                </a:solidFill>
                <a:latin typeface="Aptos"/>
                <a:ea typeface="Aptos"/>
                <a:cs typeface="Aptos"/>
              </a:rPr>
              <a:t>Le curseur n’est pas un numéro de page : c’est la paire (date, id) de la dernière commande affichée.
Pour la page suivante, le client renvoie ce repère dans sa demande : « &lt; » sélectionne les commandes plus anciennes. L’id départage deux dates identiques.
Côté interface : si hasNextPage est vrai, afficher « Page suivante » et transmettre le curseur de la 20e ligne au prochain appel. Sinon, désactiver le bouton : il n’y a plus de résultats.</a:t>
            </a:r>
          </a:p>
        </p:txBody>
      </p:sp>
      <p:sp>
        <p:nvSpPr>
          <p:cNvPr id="5" name="Rectangle 4">
            <a:extLst>
              <a:ext uri="{FF2B5EF4-FFF2-40B4-BE49-F238E27FC236}">
                <a16:creationId xmlns:a16="http://schemas.microsoft.com/office/drawing/2014/main" id="{815A8FB9-0E49-46F4-A8E2-F3E44CCC5F6B}"/>
              </a:ext>
            </a:extLst>
          </p:cNvPr>
          <p:cNvSpPr>
            <a:spLocks noGrp="1"/>
          </p:cNvSpPr>
          <p:nvPr/>
        </p:nvSpPr>
        <p:spPr>
          <a:xfrm>
            <a:off x="7524750" y="2028825"/>
            <a:ext cx="6953250" cy="304800"/>
          </a:xfrm>
          <a:prstGeom prst="rect">
            <a:avLst/>
          </a:prstGeom>
          <a:noFill/>
          <a:ln w="0">
            <a:noFill/>
          </a:ln>
        </p:spPr>
        <p:txBody>
          <a:bodyPr>
            <a:normAutofit/>
          </a:bodyPr>
          <a:lstStyle/>
          <a:p>
            <a:pPr>
              <a:defRPr sz="1350" b="1">
                <a:solidFill>
                  <a:srgbClr val="AD4C21"/>
                </a:solidFill>
                <a:latin typeface="Aptos"/>
                <a:ea typeface="Aptos"/>
                <a:cs typeface="Aptos"/>
              </a:defRPr>
            </a:pPr>
            <a:r>
              <a:rPr lang="fr-FR" sz="1350" b="1">
                <a:solidFill>
                  <a:srgbClr val="AD4C21"/>
                </a:solidFill>
                <a:latin typeface="Aptos"/>
                <a:ea typeface="Aptos"/>
                <a:cs typeface="Aptos"/>
              </a:rPr>
              <a:t>EXEMPLE SQL · PAGE SUIVANTE</a:t>
            </a:r>
            <a:endParaRPr sz="1350" b="1">
              <a:solidFill>
                <a:srgbClr val="AD4C21"/>
              </a:solidFill>
              <a:latin typeface="Aptos"/>
              <a:ea typeface="Aptos"/>
              <a:cs typeface="Aptos"/>
            </a:endParaRPr>
          </a:p>
        </p:txBody>
      </p:sp>
      <p:sp>
        <p:nvSpPr>
          <p:cNvPr id="6" name="Rectangle 5">
            <a:extLst>
              <a:ext uri="{FF2B5EF4-FFF2-40B4-BE49-F238E27FC236}">
                <a16:creationId xmlns:a16="http://schemas.microsoft.com/office/drawing/2014/main" id="{C982559D-EB12-4454-BDAB-B1341DF9A6BA}"/>
              </a:ext>
            </a:extLst>
          </p:cNvPr>
          <p:cNvSpPr>
            <a:spLocks noGrp="1"/>
          </p:cNvSpPr>
          <p:nvPr/>
        </p:nvSpPr>
        <p:spPr>
          <a:xfrm>
            <a:off x="7524750" y="2476500"/>
            <a:ext cx="7000875" cy="4000500"/>
          </a:xfrm>
          <a:prstGeom prst="rect">
            <a:avLst/>
          </a:prstGeom>
          <a:noFill/>
          <a:ln w="0">
            <a:noFill/>
          </a:ln>
        </p:spPr>
        <p:txBody>
          <a:bodyPr>
            <a:normAutofit/>
          </a:bodyPr>
          <a:lstStyle/>
          <a:p>
            <a:pPr>
              <a:defRPr sz="1800" b="0">
                <a:solidFill>
                  <a:srgbClr val="173044"/>
                </a:solidFill>
                <a:latin typeface="Consolas"/>
                <a:ea typeface="Consolas"/>
                <a:cs typeface="Consolas"/>
              </a:defRPr>
            </a:pPr>
            <a:r>
              <a:rPr lang="fr-FR">
                <a:solidFill>
                  <a:srgbClr val="173044"/>
                </a:solidFill>
                <a:latin typeface="Consolas"/>
                <a:ea typeface="Consolas"/>
                <a:cs typeface="Consolas"/>
              </a:rPr>
              <a:t>SELECT id, created_at, total
FROM commandes
WHERE client_id = $1
  AND (created_at, id) &lt; ($2, $3)
ORDER BY created_at DESC, id DESC
LIMIT 21;
$1 : client ; $2/$3 : date et id
Page 1 : omettre la ligne AND.
Afficher 20 lignes ; garder la
dernière comme prochain curseur.
21e ligne ? hasNextPage = vrai.
Sinon : hasNextPage = faux.</a:t>
            </a:r>
            <a:endParaRPr>
              <a:solidFill>
                <a:srgbClr val="173044"/>
              </a:solidFill>
              <a:latin typeface="Consolas"/>
              <a:ea typeface="Consolas"/>
              <a:cs typeface="Consolas"/>
            </a:endParaRPr>
          </a:p>
        </p:txBody>
      </p:sp>
      <p:sp>
        <p:nvSpPr>
          <p:cNvPr id="7" name="Rectangle 6">
            <a:extLst>
              <a:ext uri="{FF2B5EF4-FFF2-40B4-BE49-F238E27FC236}">
                <a16:creationId xmlns:a16="http://schemas.microsoft.com/office/drawing/2014/main" id="{7545BE36-7EA7-42B6-9757-6C0536D873A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9DA2B239-1C50-4D2A-8431-879F632965BD}"/>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a:solidFill>
                  <a:srgbClr val="173044"/>
                </a:solidFill>
                <a:latin typeface="Aptos"/>
                <a:ea typeface="Aptos"/>
                <a:cs typeface="Aptos"/>
              </a:rPr>
              <a:t>OFFSET 1 000 écarte d’abord 1 000 lignes ; avec un index adapté, le curseur reprend au repère. Adapté à « suivant », pas à l’accès direct à une page numérotée.</a:t>
            </a:r>
            <a:endParaRPr sz="1875">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F0D0D254-605E-4DDA-9328-A9226F26D8E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10527970-0B5E-47E9-8EC8-338493A340B7}"/>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06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49429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9A7DE0F-CB37-411C-B3A8-3F068FB8582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47EC0F80-B626-48FA-BABD-CB9733CC6E5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La stabilité d’une pagination</a:t>
            </a:r>
          </a:p>
        </p:txBody>
      </p:sp>
      <p:sp>
        <p:nvSpPr>
          <p:cNvPr id="4" name="Rectangle 3">
            <a:extLst>
              <a:ext uri="{FF2B5EF4-FFF2-40B4-BE49-F238E27FC236}">
                <a16:creationId xmlns:a16="http://schemas.microsoft.com/office/drawing/2014/main" id="{2B05C0F5-E62B-451D-B6F6-E9AAB3FAAB21}"/>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A162D0B9-0083-4F04-9B25-EAEF13A18DF8}"/>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 ordre unique évite une sélection ambiguë lorsque plusieurs lignes partagent la même date. Le curseur transporte la paire de valeurs, la version du format et les filtres nécessaires pour reprendre la recherche.</a:t>
            </a:r>
          </a:p>
        </p:txBody>
      </p:sp>
      <p:sp>
        <p:nvSpPr>
          <p:cNvPr id="6" name="Rectangle 5">
            <a:extLst>
              <a:ext uri="{FF2B5EF4-FFF2-40B4-BE49-F238E27FC236}">
                <a16:creationId xmlns:a16="http://schemas.microsoft.com/office/drawing/2014/main" id="{690232C2-B066-40A4-9255-D75BA3F0F9A4}"/>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Les modifications entre appels restent possibles. Un curseur sur un champ mutable peut sauter une ligne ou la revoir. Pour une exportation complète cohérente, il faut un protocole d’instantané ou un autre mécanisme explicite.</a:t>
            </a:r>
          </a:p>
        </p:txBody>
      </p:sp>
      <p:sp>
        <p:nvSpPr>
          <p:cNvPr id="7" name="Rectangle 6">
            <a:extLst>
              <a:ext uri="{FF2B5EF4-FFF2-40B4-BE49-F238E27FC236}">
                <a16:creationId xmlns:a16="http://schemas.microsoft.com/office/drawing/2014/main" id="{5C964A3C-AAD1-4460-9955-67DEBBC6C47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A2170AE7-B094-4754-9401-D85D2E23DEF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 curseur opaque ne constitue pas une autorisation. Le serveur vérifie toujours l’accès au client.</a:t>
            </a:r>
          </a:p>
        </p:txBody>
      </p:sp>
      <p:sp>
        <p:nvSpPr>
          <p:cNvPr id="9" name="Rectangle 8">
            <a:extLst>
              <a:ext uri="{FF2B5EF4-FFF2-40B4-BE49-F238E27FC236}">
                <a16:creationId xmlns:a16="http://schemas.microsoft.com/office/drawing/2014/main" id="{58B15B9A-C635-440D-B1D7-3EA2608F6A6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378E4113-53B6-4301-8D0F-D8D39C38714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07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619638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691C39D-F7E5-4320-B240-FCB8EDE5D88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D3656296-42CA-478A-A6D5-2A0D916F396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Comptage total et navigation</a:t>
            </a:r>
          </a:p>
        </p:txBody>
      </p:sp>
      <p:sp>
        <p:nvSpPr>
          <p:cNvPr id="4" name="Rectangle 3">
            <a:extLst>
              <a:ext uri="{FF2B5EF4-FFF2-40B4-BE49-F238E27FC236}">
                <a16:creationId xmlns:a16="http://schemas.microsoft.com/office/drawing/2014/main" id="{F306475A-F57C-4E27-84C0-64EDCD4B53AA}"/>
              </a:ext>
            </a:extLst>
          </p:cNvPr>
          <p:cNvSpPr>
            <a:spLocks noGrp="1"/>
          </p:cNvSpPr>
          <p:nvPr/>
        </p:nvSpPr>
        <p:spPr>
          <a:xfrm>
            <a:off x="666750" y="2143125"/>
            <a:ext cx="9525000" cy="2143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Une page courte peut être rapide alors qu’un COUNT(*) exact sur tout l’ensemble reste coûteux. Ajouter totalCount à chaque réponse peut donc annuler le bénéfice d’une pagination ciblée.</a:t>
            </a:r>
          </a:p>
        </p:txBody>
      </p:sp>
      <p:sp>
        <p:nvSpPr>
          <p:cNvPr id="5" name="Rectangle 4">
            <a:extLst>
              <a:ext uri="{FF2B5EF4-FFF2-40B4-BE49-F238E27FC236}">
                <a16:creationId xmlns:a16="http://schemas.microsoft.com/office/drawing/2014/main" id="{4468B5AB-CBD0-4444-8A9A-8115F603F06F}"/>
              </a:ext>
            </a:extLst>
          </p:cNvPr>
          <p:cNvSpPr>
            <a:spLocks noGrp="1"/>
          </p:cNvSpPr>
          <p:nvPr/>
        </p:nvSpPr>
        <p:spPr>
          <a:xfrm>
            <a:off x="4429125" y="4695825"/>
            <a:ext cx="10001250" cy="1771650"/>
          </a:xfrm>
          <a:prstGeom prst="rect">
            <a:avLst/>
          </a:prstGeom>
          <a:noFill/>
          <a:ln w="0">
            <a:noFill/>
          </a:ln>
        </p:spPr>
        <p:txBody>
          <a:bodyPr>
            <a:noAutofit/>
          </a:bodyPr>
          <a:lstStyle/>
          <a:p>
            <a:pPr>
              <a:defRPr sz="2175" b="0">
                <a:solidFill>
                  <a:srgbClr val="173044"/>
                </a:solidFill>
                <a:latin typeface="Aptos"/>
                <a:ea typeface="Aptos"/>
                <a:cs typeface="Aptos"/>
              </a:defRPr>
            </a:pPr>
            <a:r>
              <a:rPr sz="2175" b="0">
                <a:solidFill>
                  <a:srgbClr val="173044"/>
                </a:solidFill>
                <a:latin typeface="Aptos"/>
                <a:ea typeface="Aptos"/>
                <a:cs typeface="Aptos"/>
              </a:rPr>
              <a:t>L’interface peut se contenter de hasNextPage ou demander le comptage séparément. Une estimation est possible si elle est affichée comme telle. L’API précise le coût et la fraîcheur de cette information.</a:t>
            </a:r>
          </a:p>
        </p:txBody>
      </p:sp>
      <p:sp>
        <p:nvSpPr>
          <p:cNvPr id="6" name="Rectangle 5">
            <a:extLst>
              <a:ext uri="{FF2B5EF4-FFF2-40B4-BE49-F238E27FC236}">
                <a16:creationId xmlns:a16="http://schemas.microsoft.com/office/drawing/2014/main" id="{6EE65985-7E0C-4398-BCC4-C6508165CAE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D9713A22-D41D-4063-90CE-E9A46CC96DCE}"/>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besoin d’un total exact doit venir de l’usage, pas d’un automatisme de l’ORM.</a:t>
            </a:r>
          </a:p>
        </p:txBody>
      </p:sp>
      <p:sp>
        <p:nvSpPr>
          <p:cNvPr id="8" name="Rectangle 7">
            <a:extLst>
              <a:ext uri="{FF2B5EF4-FFF2-40B4-BE49-F238E27FC236}">
                <a16:creationId xmlns:a16="http://schemas.microsoft.com/office/drawing/2014/main" id="{02C9D01C-935E-4676-9731-1607BDC36A8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25C663DA-3AA4-4DA0-A773-830C2A20E55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08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267929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159DA0B-A368-4949-B527-E6B6B317040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BE9A081B-2433-45D3-B1E0-D6802EBF77D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problème N+1</a:t>
            </a:r>
          </a:p>
        </p:txBody>
      </p:sp>
      <p:sp>
        <p:nvSpPr>
          <p:cNvPr id="4" name="Rectangle 3">
            <a:extLst>
              <a:ext uri="{FF2B5EF4-FFF2-40B4-BE49-F238E27FC236}">
                <a16:creationId xmlns:a16="http://schemas.microsoft.com/office/drawing/2014/main" id="{3676C93D-6773-4FAC-832F-50AE64F2DF21}"/>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accès charge une liste, puis un accès supplémentaire charge une relation pour chaque élément. Pour cinquante commandes, la consultation peut produire une requête initiale et cinquante requêtes de lignes.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Chaque aller-retour ajoute du travail et une attente possible de connexion. Sur une base locale, le problème peut paraître discret. Sous charge et avec un réseau réel, il peut dominer la latence de l’API.</a:t>
            </a:r>
          </a:p>
        </p:txBody>
      </p:sp>
      <p:sp>
        <p:nvSpPr>
          <p:cNvPr id="5" name="Rectangle 4">
            <a:extLst>
              <a:ext uri="{FF2B5EF4-FFF2-40B4-BE49-F238E27FC236}">
                <a16:creationId xmlns:a16="http://schemas.microsoft.com/office/drawing/2014/main" id="{085FD7B2-273B-4985-A259-BD7B6B96AADB}"/>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Nombre de requêtes SQL</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22DEB1DB-57DD-49E5-A055-3E4CEF1B4D15}"/>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Calcul théorique du pattern 1 + N.</a:t>
            </a:r>
          </a:p>
        </p:txBody>
      </p:sp>
      <p:sp>
        <p:nvSpPr>
          <p:cNvPr id="8" name="Rectangle 7">
            <a:extLst>
              <a:ext uri="{FF2B5EF4-FFF2-40B4-BE49-F238E27FC236}">
                <a16:creationId xmlns:a16="http://schemas.microsoft.com/office/drawing/2014/main" id="{45835AC0-E881-4644-BED6-6F5E82421118}"/>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D5558925-5BDD-4AE4-A61B-F8B09D5E24A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Comptage théorique pour une liste de N commandes.</a:t>
            </a:r>
          </a:p>
        </p:txBody>
      </p:sp>
      <p:sp>
        <p:nvSpPr>
          <p:cNvPr id="10" name="Rectangle 9">
            <a:extLst>
              <a:ext uri="{FF2B5EF4-FFF2-40B4-BE49-F238E27FC236}">
                <a16:creationId xmlns:a16="http://schemas.microsoft.com/office/drawing/2014/main" id="{F1D2E890-7FFB-4E93-8306-8B241365762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F80327C9-829F-4FFD-85ED-422670021A5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09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311188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E85DA3A-491D-441C-84CA-B32E748F89B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827CC3DA-B3E2-45A9-9861-FF49DA8B634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Une stratégie de chargement groupé</a:t>
            </a:r>
          </a:p>
        </p:txBody>
      </p:sp>
      <p:sp>
        <p:nvSpPr>
          <p:cNvPr id="4" name="Rectangle 3">
            <a:extLst>
              <a:ext uri="{FF2B5EF4-FFF2-40B4-BE49-F238E27FC236}">
                <a16:creationId xmlns:a16="http://schemas.microsoft.com/office/drawing/2014/main" id="{35381C4D-AF1E-4AC5-998F-88C34BEAC12F}"/>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service charge la page de commandes puis toutes les lignes dont commande_id appartient aux identifiants de cette page. Il regroupe ensuite les lignes par commande dans la réponse.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Cette stratégie conserve deux requêtes avec une taille bornée. Une jointure unique est une autre option, mais elle peut multiplier les lignes et interagir avec LIMIT. On vérifie le contenu de la page avant de conclure.</a:t>
            </a:r>
          </a:p>
        </p:txBody>
      </p:sp>
      <p:sp>
        <p:nvSpPr>
          <p:cNvPr id="5" name="Rectangle 4">
            <a:extLst>
              <a:ext uri="{FF2B5EF4-FFF2-40B4-BE49-F238E27FC236}">
                <a16:creationId xmlns:a16="http://schemas.microsoft.com/office/drawing/2014/main" id="{3D6BBBCB-B4D4-43EE-A61D-7C117300CD07}"/>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2524FDA5-4A2D-4178-AA93-9F3C946B294D}"/>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commande_id, produit_id,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qte, prix_unitaire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lignes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commande_id = ANY($1::bigint[])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commande_id, produit_id;</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Regrouper les lignes en mémoire.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$1 contient les ids de la page.</a:t>
            </a:r>
          </a:p>
        </p:txBody>
      </p:sp>
      <p:sp>
        <p:nvSpPr>
          <p:cNvPr id="7" name="Rectangle 6">
            <a:extLst>
              <a:ext uri="{FF2B5EF4-FFF2-40B4-BE49-F238E27FC236}">
                <a16:creationId xmlns:a16="http://schemas.microsoft.com/office/drawing/2014/main" id="{B4E2536B-95D4-4D3A-A3FC-2B1C6EEBB2FE}"/>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858EBA2C-BCDD-4C73-9E87-9F2BDFBF0C7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tableau d’identifiants doit rester borné par la taille maximale de page.</a:t>
            </a:r>
          </a:p>
        </p:txBody>
      </p:sp>
      <p:sp>
        <p:nvSpPr>
          <p:cNvPr id="9" name="Rectangle 8">
            <a:extLst>
              <a:ext uri="{FF2B5EF4-FFF2-40B4-BE49-F238E27FC236}">
                <a16:creationId xmlns:a16="http://schemas.microsoft.com/office/drawing/2014/main" id="{AD408983-4284-4095-A56F-8EAD9EB61F4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79AE5B7E-D356-4FB3-B19C-C82BA49BEF58}"/>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10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762447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BD0F9D9-561A-4384-8568-3E3DE6E984D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89B4D854-35A2-45F0-8260-A8082E46893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ORM et SQL réellement émis</a:t>
            </a:r>
          </a:p>
        </p:txBody>
      </p:sp>
      <p:sp>
        <p:nvSpPr>
          <p:cNvPr id="4" name="Rectangle 3">
            <a:extLst>
              <a:ext uri="{FF2B5EF4-FFF2-40B4-BE49-F238E27FC236}">
                <a16:creationId xmlns:a16="http://schemas.microsoft.com/office/drawing/2014/main" id="{D30C42D0-86F2-4282-B468-92725356BB39}"/>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7B470641-DD77-4D57-A7B5-CF551106E4C9}"/>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 ORM traduit des accès objets en opérations SQL. La syntaxe du code applicatif ne rend pas toujours visible le nombre de requêtes, les colonnes chargées ou les jointures. Les traces SQL donnent cette visibilité.</a:t>
            </a:r>
          </a:p>
        </p:txBody>
      </p:sp>
      <p:sp>
        <p:nvSpPr>
          <p:cNvPr id="6" name="Rectangle 5">
            <a:extLst>
              <a:ext uri="{FF2B5EF4-FFF2-40B4-BE49-F238E27FC236}">
                <a16:creationId xmlns:a16="http://schemas.microsoft.com/office/drawing/2014/main" id="{F87E23D6-A430-447A-91FE-070D0572CC3B}"/>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Le chargement paresseux peut créer N+1. Un chargement eager excessif peut transférer trop de relations. Une projection ciblée et un chargement groupé répondent souvent mieux à un écran précis.</a:t>
            </a:r>
          </a:p>
        </p:txBody>
      </p:sp>
      <p:sp>
        <p:nvSpPr>
          <p:cNvPr id="7" name="Rectangle 6">
            <a:extLst>
              <a:ext uri="{FF2B5EF4-FFF2-40B4-BE49-F238E27FC236}">
                <a16:creationId xmlns:a16="http://schemas.microsoft.com/office/drawing/2014/main" id="{950CB853-B6AE-4D3C-B7E2-3CABF257E70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EAC11F63-4EB7-40C1-9A73-0C0B9BCF30F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Les relations utiles au détail ne sont pas toutes nécessaires à la liste.</a:t>
            </a:r>
          </a:p>
        </p:txBody>
      </p:sp>
      <p:sp>
        <p:nvSpPr>
          <p:cNvPr id="9" name="Rectangle 8">
            <a:extLst>
              <a:ext uri="{FF2B5EF4-FFF2-40B4-BE49-F238E27FC236}">
                <a16:creationId xmlns:a16="http://schemas.microsoft.com/office/drawing/2014/main" id="{E5308298-F050-4D3A-80C2-8D639C70E2F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E3FF8578-7DED-49B4-914B-A28CA0726A3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11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99721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F605FA14-0706-4CEA-B2FC-B2A8408154D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1E4D3182-8BCD-4166-B137-1FE5325D2DEA}"/>
              </a:ext>
            </a:extLst>
          </p:cNvPr>
          <p:cNvSpPr>
            <a:spLocks noGrp="1"/>
          </p:cNvSpPr>
          <p:nvPr/>
        </p:nvSpPr>
        <p:spPr>
          <a:xfrm>
            <a:off x="666750" y="790575"/>
            <a:ext cx="13525500" cy="1133475"/>
          </a:xfrm>
          <a:prstGeom prst="rect">
            <a:avLst/>
          </a:prstGeom>
          <a:noFill/>
          <a:ln w="0">
            <a:noFill/>
          </a:ln>
        </p:spPr>
        <p:txBody>
          <a:bodyPr>
            <a:norm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API REST : détecter et corriger N+1</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589951E1-9179-4047-9B35-10B9A17D7A21}"/>
              </a:ext>
            </a:extLst>
          </p:cNvPr>
          <p:cNvSpPr>
            <a:spLocks noGrp="1"/>
          </p:cNvSpPr>
          <p:nvPr/>
        </p:nvSpPr>
        <p:spPr>
          <a:xfrm>
            <a:off x="666750" y="2105025"/>
            <a:ext cx="6191250" cy="4333875"/>
          </a:xfrm>
          <a:prstGeom prst="rect">
            <a:avLst/>
          </a:prstGeom>
          <a:noFill/>
          <a:ln w="0">
            <a:noFill/>
          </a:ln>
        </p:spPr>
        <p:txBody>
          <a:bodyPr>
            <a:norm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Dans notre API REST, appeler la liste des commandes avec 5, puis 50 résultats ; relever les requêtes SQL de chaque appel.
Si la lecture des lignes déclenche une requête par commande, le total croît avec N : c’est le N+1.
Charger d’abord la page, puis toutes ses lignes en une requête sur les identifiants. Refaire le test : le nombre de requêtes doit rester stable.</a:t>
            </a:r>
            <a:endParaRPr sz="2025"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25CE5B0D-62AC-44D0-9F06-BA26707282D1}"/>
              </a:ext>
            </a:extLst>
          </p:cNvPr>
          <p:cNvSpPr>
            <a:spLocks noGrp="1"/>
          </p:cNvSpPr>
          <p:nvPr/>
        </p:nvSpPr>
        <p:spPr>
          <a:xfrm>
            <a:off x="7524750" y="2028825"/>
            <a:ext cx="6953250" cy="304800"/>
          </a:xfrm>
          <a:prstGeom prst="rect">
            <a:avLst/>
          </a:prstGeom>
          <a:noFill/>
          <a:ln w="0">
            <a:noFill/>
          </a:ln>
        </p:spPr>
        <p:txBody>
          <a:bodyPr>
            <a:normAutofit/>
          </a:bodyPr>
          <a:lstStyle/>
          <a:p>
            <a:pPr>
              <a:defRPr sz="1350" b="1">
                <a:solidFill>
                  <a:srgbClr val="AD4C21"/>
                </a:solidFill>
                <a:latin typeface="Aptos"/>
                <a:ea typeface="Aptos"/>
                <a:cs typeface="Aptos"/>
              </a:defRPr>
            </a:pPr>
            <a:r>
              <a:rPr lang="fr-FR" sz="1350" b="1">
                <a:solidFill>
                  <a:srgbClr val="AD4C21"/>
                </a:solidFill>
                <a:latin typeface="Aptos"/>
                <a:ea typeface="Aptos"/>
                <a:cs typeface="Aptos"/>
              </a:rPr>
              <a:t>NOMBRE DE REQUÊTES · EXEMPLE THÉORIQUE</a:t>
            </a:r>
            <a:endParaRPr sz="1350" b="1">
              <a:solidFill>
                <a:srgbClr val="AD4C21"/>
              </a:solidFill>
              <a:latin typeface="Aptos"/>
              <a:ea typeface="Aptos"/>
              <a:cs typeface="Aptos"/>
            </a:endParaRPr>
          </a:p>
        </p:txBody>
      </p:sp>
      <p:sp>
        <p:nvSpPr>
          <p:cNvPr id="6" name="Rectangle 5">
            <a:extLst>
              <a:ext uri="{FF2B5EF4-FFF2-40B4-BE49-F238E27FC236}">
                <a16:creationId xmlns:a16="http://schemas.microsoft.com/office/drawing/2014/main" id="{936B0BCC-0153-4A91-96F0-EF55A22D09F0}"/>
              </a:ext>
            </a:extLst>
          </p:cNvPr>
          <p:cNvSpPr>
            <a:spLocks noGrp="1"/>
          </p:cNvSpPr>
          <p:nvPr/>
        </p:nvSpPr>
        <p:spPr>
          <a:xfrm>
            <a:off x="7524750" y="2476500"/>
            <a:ext cx="7000875" cy="4000500"/>
          </a:xfrm>
          <a:prstGeom prst="rect">
            <a:avLst/>
          </a:prstGeom>
          <a:noFill/>
          <a:ln w="0">
            <a:noFill/>
          </a:ln>
        </p:spPr>
        <p:txBody>
          <a:bodyPr>
            <a:normAutofit/>
          </a:bodyPr>
          <a:lstStyle/>
          <a:p>
            <a:pPr>
              <a:defRPr sz="1800" b="0">
                <a:solidFill>
                  <a:srgbClr val="173044"/>
                </a:solidFill>
                <a:latin typeface="Consolas"/>
                <a:ea typeface="Consolas"/>
                <a:cs typeface="Consolas"/>
              </a:defRPr>
            </a:pPr>
            <a:r>
              <a:rPr lang="fr-FR" sz="1800" b="0">
                <a:solidFill>
                  <a:srgbClr val="173044"/>
                </a:solidFill>
                <a:latin typeface="Consolas"/>
                <a:ea typeface="Consolas"/>
                <a:cs typeface="Consolas"/>
              </a:rPr>
              <a:t>GET /commandes?limit=5
  avant : 6 SQL  / après : 2 SQL
GET /commandes?limit=50
  avant : 51 SQL / après : 2 SQL
1. Charger la page de commandes.
2. Charger leurs lignes en lot :
   WHERE commande_id IN (...)
Compter les requêtes réelles
dans les traces SQL du TP.</a:t>
            </a:r>
            <a:endParaRPr sz="1800" b="0">
              <a:solidFill>
                <a:srgbClr val="173044"/>
              </a:solidFill>
              <a:latin typeface="Consolas"/>
              <a:ea typeface="Consolas"/>
              <a:cs typeface="Consolas"/>
            </a:endParaRPr>
          </a:p>
        </p:txBody>
      </p:sp>
      <p:sp>
        <p:nvSpPr>
          <p:cNvPr id="7" name="Rectangle 6">
            <a:extLst>
              <a:ext uri="{FF2B5EF4-FFF2-40B4-BE49-F238E27FC236}">
                <a16:creationId xmlns:a16="http://schemas.microsoft.com/office/drawing/2014/main" id="{447F8A77-3280-4C55-97AB-C65DA4821515}"/>
              </a:ext>
            </a:extLst>
          </p:cNvPr>
          <p:cNvSpPr>
            <a:spLocks noGrp="1"/>
          </p:cNvSpPr>
          <p:nvPr/>
        </p:nvSpPr>
        <p:spPr>
          <a:xfrm>
            <a:off x="666750" y="6724650"/>
            <a:ext cx="13335000" cy="266700"/>
          </a:xfrm>
          <a:prstGeom prst="rect">
            <a:avLst/>
          </a:prstGeom>
          <a:noFill/>
          <a:ln w="0">
            <a:noFill/>
          </a:ln>
        </p:spPr>
        <p:txBody>
          <a:bodyPr>
            <a:normAutofit/>
          </a:bodyPr>
          <a:lstStyle/>
          <a:p>
            <a:pPr>
              <a:defRPr sz="1350" b="1">
                <a:solidFill>
                  <a:srgbClr val="AD4C21"/>
                </a:solidFill>
                <a:latin typeface="Aptos"/>
                <a:ea typeface="Aptos"/>
                <a:cs typeface="Aptos"/>
              </a:defRPr>
            </a:pPr>
            <a:r>
              <a:rPr lang="fr-FR" sz="1350" b="1">
                <a:solidFill>
                  <a:srgbClr val="AD4C21"/>
                </a:solidFill>
                <a:latin typeface="Aptos"/>
                <a:ea typeface="Aptos"/>
                <a:cs typeface="Aptos"/>
              </a:rPr>
              <a:t>PREUVE ATTENDUE DANS LE TP</a:t>
            </a:r>
            <a:endParaRPr sz="1350" b="1">
              <a:solidFill>
                <a:srgbClr val="AD4C21"/>
              </a:solidFill>
              <a:latin typeface="Aptos"/>
              <a:ea typeface="Aptos"/>
              <a:cs typeface="Aptos"/>
            </a:endParaRPr>
          </a:p>
        </p:txBody>
      </p:sp>
      <p:sp>
        <p:nvSpPr>
          <p:cNvPr id="8" name="Rectangle 7">
            <a:extLst>
              <a:ext uri="{FF2B5EF4-FFF2-40B4-BE49-F238E27FC236}">
                <a16:creationId xmlns:a16="http://schemas.microsoft.com/office/drawing/2014/main" id="{D4794CA9-39A0-4427-8F9C-E9B59B8BE536}"/>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Conserver les traces avant/après et vérifier que la réponse REST contient toujours les mêmes commandes et leurs lignes. Les chiffres ci-dessus sont théoriques.</a:t>
            </a:r>
            <a:endParaRPr sz="1875" b="0">
              <a:solidFill>
                <a:srgbClr val="173044"/>
              </a:solidFill>
              <a:latin typeface="Aptos"/>
              <a:ea typeface="Aptos"/>
              <a:cs typeface="Aptos"/>
            </a:endParaRPr>
          </a:p>
        </p:txBody>
      </p:sp>
      <p:sp>
        <p:nvSpPr>
          <p:cNvPr id="9" name="Rectangle 8">
            <a:extLst>
              <a:ext uri="{FF2B5EF4-FFF2-40B4-BE49-F238E27FC236}">
                <a16:creationId xmlns:a16="http://schemas.microsoft.com/office/drawing/2014/main" id="{03392004-6FA6-4D76-B7D1-FF34449D9E32}"/>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E822E964-EBA5-4644-815D-21057DC38D0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12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704354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6" name="Image 15"/>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73FC1B3-F778-443A-B366-9E5605F2FE1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373E0DE4-0753-462E-9BB4-88B43896A25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Le pool de connexions</a:t>
            </a:r>
          </a:p>
        </p:txBody>
      </p:sp>
      <p:sp>
        <p:nvSpPr>
          <p:cNvPr id="4" name="Rectangle 3">
            <a:extLst>
              <a:ext uri="{FF2B5EF4-FFF2-40B4-BE49-F238E27FC236}">
                <a16:creationId xmlns:a16="http://schemas.microsoft.com/office/drawing/2014/main" id="{CE62FF78-F78E-41A2-9D26-C22159291F3F}"/>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Une connexion exige des ressources. Un pool conserve un ensemble de connexions utilisables et les prête aux opérations. Les demandes peuvent attendre lorsqu’elles dépassent la capacité disponible.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Un pool trop petit peut créer de l’attente. Un pool trop grand peut saturer la base. La taille se raisonne pour toutes les instances applicatives réunies, avec une réserve pour l’exploitation et les autres services.</a:t>
            </a:r>
          </a:p>
        </p:txBody>
      </p:sp>
      <p:sp>
        <p:nvSpPr>
          <p:cNvPr id="5" name="Rectangle : coins arrondis 4">
            <a:extLst>
              <a:ext uri="{FF2B5EF4-FFF2-40B4-BE49-F238E27FC236}">
                <a16:creationId xmlns:a16="http://schemas.microsoft.com/office/drawing/2014/main" id="{46358EA7-DCE4-4736-9CEE-5C99EC20CC1C}"/>
              </a:ext>
            </a:extLst>
          </p:cNvPr>
          <p:cNvSpPr>
            <a:spLocks noGrp="1"/>
          </p:cNvSpPr>
          <p:nvPr/>
        </p:nvSpPr>
        <p:spPr>
          <a:xfrm>
            <a:off x="9471660" y="223837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Instances</a:t>
            </a:r>
          </a:p>
          <a:p>
            <a:pPr algn="ctr">
              <a:defRPr sz="1875" b="1">
                <a:solidFill>
                  <a:srgbClr val="FFFFFF"/>
                </a:solidFill>
                <a:latin typeface="Aptos"/>
                <a:ea typeface="Aptos"/>
                <a:cs typeface="Aptos"/>
              </a:defRPr>
            </a:pPr>
            <a:r>
              <a:rPr sz="1875" b="1">
                <a:solidFill>
                  <a:srgbClr val="FFFFFF"/>
                </a:solidFill>
                <a:latin typeface="Aptos"/>
                <a:ea typeface="Aptos"/>
                <a:cs typeface="Aptos"/>
              </a:rPr>
              <a:t>API</a:t>
            </a:r>
          </a:p>
        </p:txBody>
      </p:sp>
      <p:sp>
        <p:nvSpPr>
          <p:cNvPr id="6" name="Rectangle : coins arrondis 5">
            <a:extLst>
              <a:ext uri="{FF2B5EF4-FFF2-40B4-BE49-F238E27FC236}">
                <a16:creationId xmlns:a16="http://schemas.microsoft.com/office/drawing/2014/main" id="{06BD18DE-F1EA-492A-9C71-9CE3F390C83F}"/>
              </a:ext>
            </a:extLst>
          </p:cNvPr>
          <p:cNvSpPr>
            <a:spLocks noGrp="1"/>
          </p:cNvSpPr>
          <p:nvPr/>
        </p:nvSpPr>
        <p:spPr>
          <a:xfrm>
            <a:off x="9471660" y="355282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Pool</a:t>
            </a:r>
          </a:p>
          <a:p>
            <a:pPr algn="ctr">
              <a:defRPr sz="1875" b="1">
                <a:solidFill>
                  <a:srgbClr val="FFFFFF"/>
                </a:solidFill>
                <a:latin typeface="Aptos"/>
                <a:ea typeface="Aptos"/>
                <a:cs typeface="Aptos"/>
              </a:defRPr>
            </a:pPr>
            <a:r>
              <a:rPr sz="1875" b="1">
                <a:solidFill>
                  <a:srgbClr val="FFFFFF"/>
                </a:solidFill>
                <a:latin typeface="Aptos"/>
                <a:ea typeface="Aptos"/>
                <a:cs typeface="Aptos"/>
              </a:rPr>
              <a:t>attente et prêt</a:t>
            </a:r>
          </a:p>
        </p:txBody>
      </p:sp>
      <p:sp>
        <p:nvSpPr>
          <p:cNvPr id="7" name="Rectangle : coins arrondis 6">
            <a:extLst>
              <a:ext uri="{FF2B5EF4-FFF2-40B4-BE49-F238E27FC236}">
                <a16:creationId xmlns:a16="http://schemas.microsoft.com/office/drawing/2014/main" id="{F6DBDED1-F728-4D6C-8B6D-75C20240D4AC}"/>
              </a:ext>
            </a:extLst>
          </p:cNvPr>
          <p:cNvSpPr>
            <a:spLocks noGrp="1"/>
          </p:cNvSpPr>
          <p:nvPr/>
        </p:nvSpPr>
        <p:spPr>
          <a:xfrm>
            <a:off x="9471660" y="486727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PostgreSQL</a:t>
            </a:r>
          </a:p>
          <a:p>
            <a:pPr algn="ctr">
              <a:defRPr sz="1875" b="1">
                <a:solidFill>
                  <a:srgbClr val="FFFFFF"/>
                </a:solidFill>
                <a:latin typeface="Aptos"/>
                <a:ea typeface="Aptos"/>
                <a:cs typeface="Aptos"/>
              </a:defRPr>
            </a:pPr>
            <a:r>
              <a:rPr sz="1875" b="1">
                <a:solidFill>
                  <a:srgbClr val="FFFFFF"/>
                </a:solidFill>
                <a:latin typeface="Aptos"/>
                <a:ea typeface="Aptos"/>
                <a:cs typeface="Aptos"/>
              </a:rPr>
              <a:t>connexions limitées</a:t>
            </a:r>
          </a:p>
        </p:txBody>
      </p:sp>
      <p:sp>
        <p:nvSpPr>
          <p:cNvPr id="8" name="Flèche : droite 7">
            <a:extLst>
              <a:ext uri="{FF2B5EF4-FFF2-40B4-BE49-F238E27FC236}">
                <a16:creationId xmlns:a16="http://schemas.microsoft.com/office/drawing/2014/main" id="{BF5A11C0-1C0B-4630-9BA6-C7B5DFCBDBE9}"/>
              </a:ext>
            </a:extLst>
          </p:cNvPr>
          <p:cNvSpPr>
            <a:spLocks noGrp="1"/>
          </p:cNvSpPr>
          <p:nvPr/>
        </p:nvSpPr>
        <p:spPr>
          <a:xfrm rot="5400000">
            <a:off x="10738485" y="3314700"/>
            <a:ext cx="247650" cy="114300"/>
          </a:xfrm>
          <a:prstGeom prst="rightArrow">
            <a:avLst/>
          </a:prstGeom>
          <a:solidFill>
            <a:srgbClr val="69E0E3"/>
          </a:solidFill>
          <a:ln w="0">
            <a:noFill/>
          </a:ln>
        </p:spPr>
        <p:txBody>
          <a:bodyPr/>
          <a:lstStyle/>
          <a:p>
            <a:endParaRPr lang="fr-FR"/>
          </a:p>
        </p:txBody>
      </p:sp>
      <p:sp>
        <p:nvSpPr>
          <p:cNvPr id="9" name="Rectangle 8">
            <a:extLst>
              <a:ext uri="{FF2B5EF4-FFF2-40B4-BE49-F238E27FC236}">
                <a16:creationId xmlns:a16="http://schemas.microsoft.com/office/drawing/2014/main" id="{4CA5438B-7C3A-4B02-B61B-3DB92EEF758D}"/>
              </a:ext>
            </a:extLst>
          </p:cNvPr>
          <p:cNvSpPr>
            <a:spLocks noGrp="1"/>
          </p:cNvSpPr>
          <p:nvPr/>
        </p:nvSpPr>
        <p:spPr>
          <a:xfrm>
            <a:off x="10976610" y="32289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demande</a:t>
            </a:r>
          </a:p>
        </p:txBody>
      </p:sp>
      <p:sp>
        <p:nvSpPr>
          <p:cNvPr id="10" name="Flèche : droite 9">
            <a:extLst>
              <a:ext uri="{FF2B5EF4-FFF2-40B4-BE49-F238E27FC236}">
                <a16:creationId xmlns:a16="http://schemas.microsoft.com/office/drawing/2014/main" id="{6853D65E-22EC-4765-8D69-FCB5DA61E747}"/>
              </a:ext>
            </a:extLst>
          </p:cNvPr>
          <p:cNvSpPr>
            <a:spLocks noGrp="1"/>
          </p:cNvSpPr>
          <p:nvPr/>
        </p:nvSpPr>
        <p:spPr>
          <a:xfrm rot="5400000">
            <a:off x="10738485" y="4629150"/>
            <a:ext cx="247650" cy="114300"/>
          </a:xfrm>
          <a:prstGeom prst="rightArrow">
            <a:avLst/>
          </a:prstGeom>
          <a:solidFill>
            <a:srgbClr val="69E0E3"/>
          </a:solidFill>
          <a:ln w="0">
            <a:noFill/>
          </a:ln>
        </p:spPr>
        <p:txBody>
          <a:bodyPr/>
          <a:lstStyle/>
          <a:p>
            <a:endParaRPr lang="fr-FR"/>
          </a:p>
        </p:txBody>
      </p:sp>
      <p:sp>
        <p:nvSpPr>
          <p:cNvPr id="11" name="Rectangle 10">
            <a:extLst>
              <a:ext uri="{FF2B5EF4-FFF2-40B4-BE49-F238E27FC236}">
                <a16:creationId xmlns:a16="http://schemas.microsoft.com/office/drawing/2014/main" id="{8B783D16-5543-4307-A547-16E1C359E824}"/>
              </a:ext>
            </a:extLst>
          </p:cNvPr>
          <p:cNvSpPr>
            <a:spLocks noGrp="1"/>
          </p:cNvSpPr>
          <p:nvPr/>
        </p:nvSpPr>
        <p:spPr>
          <a:xfrm>
            <a:off x="10976610" y="454342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connexions</a:t>
            </a:r>
          </a:p>
        </p:txBody>
      </p:sp>
      <p:sp>
        <p:nvSpPr>
          <p:cNvPr id="12" name="Rectangle 11">
            <a:extLst>
              <a:ext uri="{FF2B5EF4-FFF2-40B4-BE49-F238E27FC236}">
                <a16:creationId xmlns:a16="http://schemas.microsoft.com/office/drawing/2014/main" id="{0E13E990-1C6A-45BB-A1A7-504E0AF3ABC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3" name="Rectangle 12">
            <a:extLst>
              <a:ext uri="{FF2B5EF4-FFF2-40B4-BE49-F238E27FC236}">
                <a16:creationId xmlns:a16="http://schemas.microsoft.com/office/drawing/2014/main" id="{0D073201-3BA2-4FE7-A21E-8A0653D8675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Quatre instances avec chacune 30 connexions peuvent demander 120 connexions, avant les autres utilisateurs.</a:t>
            </a:r>
          </a:p>
        </p:txBody>
      </p:sp>
      <p:sp>
        <p:nvSpPr>
          <p:cNvPr id="14" name="Rectangle 13">
            <a:extLst>
              <a:ext uri="{FF2B5EF4-FFF2-40B4-BE49-F238E27FC236}">
                <a16:creationId xmlns:a16="http://schemas.microsoft.com/office/drawing/2014/main" id="{30FA9935-E2AE-4A3E-8F6E-5FD85EE637A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5" name="Rectangle 14">
            <a:extLst>
              <a:ext uri="{FF2B5EF4-FFF2-40B4-BE49-F238E27FC236}">
                <a16:creationId xmlns:a16="http://schemas.microsoft.com/office/drawing/2014/main" id="{814608BE-97AF-40D2-ADFD-E2B1965FE3E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14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360239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0935003-F2F7-49A0-9135-A0E9AD5A8A0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1F2B1BBB-A007-4AFF-A8D2-FF98E42048E7}"/>
              </a:ext>
            </a:extLst>
          </p:cNvPr>
          <p:cNvSpPr>
            <a:spLocks noGrp="1"/>
          </p:cNvSpPr>
          <p:nvPr/>
        </p:nvSpPr>
        <p:spPr>
          <a:xfrm>
            <a:off x="666750" y="790575"/>
            <a:ext cx="13525500" cy="1133475"/>
          </a:xfrm>
          <a:prstGeom prst="rect">
            <a:avLst/>
          </a:prstGeom>
          <a:noFill/>
          <a:ln w="0">
            <a:noFill/>
          </a:ln>
        </p:spPr>
        <p:txBody>
          <a:bodyPr>
            <a:norm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PgBouncer maîtrise les connexions serveur</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C5B30748-563D-481A-A31F-424D4555A1E7}"/>
              </a:ext>
            </a:extLst>
          </p:cNvPr>
          <p:cNvSpPr>
            <a:spLocks noGrp="1"/>
          </p:cNvSpPr>
          <p:nvPr/>
        </p:nvSpPr>
        <p:spPr>
          <a:xfrm>
            <a:off x="666750" y="2105025"/>
            <a:ext cx="6191250" cy="285750"/>
          </a:xfrm>
          <a:prstGeom prst="rect">
            <a:avLst/>
          </a:prstGeom>
          <a:noFill/>
          <a:ln w="0">
            <a:noFill/>
          </a:ln>
        </p:spPr>
        <p:txBody>
          <a:bodyPr>
            <a:normAutofit/>
          </a:bodyPr>
          <a:lstStyle/>
          <a:p>
            <a:pPr>
              <a:defRPr sz="1425" b="1">
                <a:solidFill>
                  <a:srgbClr val="AD4C21"/>
                </a:solidFill>
                <a:latin typeface="Aptos"/>
                <a:ea typeface="Aptos"/>
                <a:cs typeface="Aptos"/>
              </a:defRPr>
            </a:pPr>
            <a:r>
              <a:rPr lang="fr-FR" sz="1425" b="1">
                <a:solidFill>
                  <a:srgbClr val="AD4C21"/>
                </a:solidFill>
                <a:latin typeface="Aptos"/>
                <a:ea typeface="Aptos"/>
                <a:cs typeface="Aptos"/>
              </a:rPr>
              <a:t>POURQUOI UN INTERMÉDIAIRE ?</a:t>
            </a:r>
            <a:endParaRPr sz="1425" b="1">
              <a:solidFill>
                <a:srgbClr val="AD4C21"/>
              </a:solidFill>
              <a:latin typeface="Aptos"/>
              <a:ea typeface="Aptos"/>
              <a:cs typeface="Aptos"/>
            </a:endParaRPr>
          </a:p>
        </p:txBody>
      </p:sp>
      <p:sp>
        <p:nvSpPr>
          <p:cNvPr id="5" name="Rectangle 4">
            <a:extLst>
              <a:ext uri="{FF2B5EF4-FFF2-40B4-BE49-F238E27FC236}">
                <a16:creationId xmlns:a16="http://schemas.microsoft.com/office/drawing/2014/main" id="{C85170CF-E7B3-4771-847C-E6AFDFB74470}"/>
              </a:ext>
            </a:extLst>
          </p:cNvPr>
          <p:cNvSpPr>
            <a:spLocks noGrp="1"/>
          </p:cNvSpPr>
          <p:nvPr/>
        </p:nvSpPr>
        <p:spPr>
          <a:xfrm>
            <a:off x="666750" y="2571750"/>
            <a:ext cx="6334125"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2325" b="0">
                <a:solidFill>
                  <a:srgbClr val="173044"/>
                </a:solidFill>
                <a:latin typeface="Aptos"/>
                <a:ea typeface="Aptos"/>
                <a:cs typeface="Aptos"/>
              </a:rPr>
              <a:t>PostgreSQL réserve des ressources à chaque connexion. Si les instances de l’API ouvrent chacune un pool, leur nombre total de connexions peut vite croître.
PgBouncer se place entre l’API et PostgreSQL. Il accepte les connexions clientes et réutilise un nombre borné de connexions côté serveur. Une demande peut attendre qu’une connexion se libère.</a:t>
            </a:r>
            <a:endParaRPr sz="2325"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5E5BFB5B-2E94-4021-944E-B7BF786E3CDE}"/>
              </a:ext>
            </a:extLst>
          </p:cNvPr>
          <p:cNvSpPr>
            <a:spLocks noGrp="1"/>
          </p:cNvSpPr>
          <p:nvPr/>
        </p:nvSpPr>
        <p:spPr>
          <a:xfrm>
            <a:off x="8096250" y="2105025"/>
            <a:ext cx="6191250" cy="285750"/>
          </a:xfrm>
          <a:prstGeom prst="rect">
            <a:avLst/>
          </a:prstGeom>
          <a:noFill/>
          <a:ln w="0">
            <a:noFill/>
          </a:ln>
        </p:spPr>
        <p:txBody>
          <a:bodyPr lIns="91440" tIns="45720" rIns="91440" bIns="45720" anchor="t">
            <a:normAutofit lnSpcReduction="10000"/>
          </a:bodyPr>
          <a:lstStyle/>
          <a:p>
            <a:pPr>
              <a:defRPr sz="1425" b="1">
                <a:solidFill>
                  <a:srgbClr val="AD4C21"/>
                </a:solidFill>
                <a:latin typeface="Aptos"/>
                <a:ea typeface="Aptos"/>
                <a:cs typeface="Aptos"/>
              </a:defRPr>
            </a:pPr>
            <a:endParaRPr lang="fr-FR" sz="1400" b="1">
              <a:solidFill>
                <a:srgbClr val="AD4C21"/>
              </a:solidFill>
              <a:latin typeface="Aptos"/>
              <a:ea typeface="Aptos"/>
              <a:cs typeface="Aptos"/>
            </a:endParaRPr>
          </a:p>
        </p:txBody>
      </p:sp>
      <p:sp>
        <p:nvSpPr>
          <p:cNvPr id="7" name="Rectangle 6">
            <a:extLst>
              <a:ext uri="{FF2B5EF4-FFF2-40B4-BE49-F238E27FC236}">
                <a16:creationId xmlns:a16="http://schemas.microsoft.com/office/drawing/2014/main" id="{989739C7-230B-41E9-B3DA-CC7CF2A245AD}"/>
              </a:ext>
            </a:extLst>
          </p:cNvPr>
          <p:cNvSpPr>
            <a:spLocks noGrp="1"/>
          </p:cNvSpPr>
          <p:nvPr/>
        </p:nvSpPr>
        <p:spPr>
          <a:xfrm>
            <a:off x="8096250" y="2571750"/>
            <a:ext cx="6381750" cy="3524250"/>
          </a:xfrm>
          <a:prstGeom prst="rect">
            <a:avLst/>
          </a:prstGeom>
          <a:noFill/>
          <a:ln w="0">
            <a:noFill/>
          </a:ln>
        </p:spPr>
        <p:txBody>
          <a:bodyPr lIns="91440" tIns="45720" rIns="91440" bIns="45720" anchor="t">
            <a:normAutofit/>
          </a:bodyPr>
          <a:lstStyle/>
          <a:p>
            <a:pPr>
              <a:defRPr sz="2325" b="0">
                <a:solidFill>
                  <a:srgbClr val="173044"/>
                </a:solidFill>
                <a:latin typeface="Aptos"/>
                <a:ea typeface="Aptos"/>
                <a:cs typeface="Aptos"/>
              </a:defRPr>
            </a:pPr>
            <a:r>
              <a:rPr lang="fr-FR" sz="2300" b="0" err="1">
                <a:solidFill>
                  <a:srgbClr val="173044"/>
                </a:solidFill>
                <a:latin typeface="Aptos"/>
                <a:ea typeface="Aptos"/>
                <a:cs typeface="Aptos"/>
              </a:rPr>
              <a:t>PgBouncer</a:t>
            </a:r>
            <a:r>
              <a:rPr lang="fr-FR" sz="2300" b="0">
                <a:solidFill>
                  <a:srgbClr val="173044"/>
                </a:solidFill>
                <a:latin typeface="Aptos"/>
                <a:ea typeface="Aptos"/>
                <a:cs typeface="Aptos"/>
              </a:rPr>
              <a:t> est un processus distinct, utilisable avec des clients PostgreSQL de différents langages. Il ne remplace ni l’optimisation SQL ni la maîtrise de la charge.</a:t>
            </a:r>
            <a:endParaRPr sz="2300"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B2CC35CF-2C2E-4335-BC9A-2F26C5327648}"/>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9A6619C0-0596-4D08-A6F8-37717066E6D8}"/>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Objectif : limiter les connexions vers PostgreSQL ; aucune accélération automatique d’une requête lente.</a:t>
            </a:r>
            <a:endParaRPr sz="1875" b="0">
              <a:solidFill>
                <a:srgbClr val="173044"/>
              </a:solidFill>
              <a:latin typeface="Aptos"/>
              <a:ea typeface="Aptos"/>
              <a:cs typeface="Aptos"/>
            </a:endParaRPr>
          </a:p>
        </p:txBody>
      </p:sp>
      <p:sp>
        <p:nvSpPr>
          <p:cNvPr id="10" name="Rectangle 9">
            <a:extLst>
              <a:ext uri="{FF2B5EF4-FFF2-40B4-BE49-F238E27FC236}">
                <a16:creationId xmlns:a16="http://schemas.microsoft.com/office/drawing/2014/main" id="{15B68C05-2405-464B-8604-0856F6E4B307}"/>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C48FECD0-B959-423E-8887-40F3E087AE6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15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393267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6" name="Image 15"/>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73FC1B3-F778-443A-B366-9E5605F2FE1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373E0DE4-0753-462E-9BB4-88B43896A25E}"/>
              </a:ext>
            </a:extLst>
          </p:cNvPr>
          <p:cNvSpPr>
            <a:spLocks noGrp="1"/>
          </p:cNvSpPr>
          <p:nvPr/>
        </p:nvSpPr>
        <p:spPr>
          <a:xfrm>
            <a:off x="666750" y="790575"/>
            <a:ext cx="13525500" cy="1133475"/>
          </a:xfrm>
          <a:prstGeom prst="rect">
            <a:avLst/>
          </a:prstGeom>
          <a:noFill/>
          <a:ln w="0">
            <a:noFill/>
          </a:ln>
        </p:spPr>
        <p:txBody>
          <a:bodyPr>
            <a:normAutofit/>
          </a:bodyPr>
          <a:lstStyle/>
          <a:p>
            <a:pPr>
              <a:defRPr sz="3600" b="1">
                <a:solidFill>
                  <a:srgbClr val="F6F3ED"/>
                </a:solidFill>
                <a:latin typeface="Aptos"/>
                <a:ea typeface="Aptos"/>
                <a:cs typeface="Aptos"/>
              </a:defRPr>
            </a:pPr>
            <a:r>
              <a:rPr lang="fr-FR" sz="3600" b="1">
                <a:solidFill>
                  <a:srgbClr val="F6F3ED"/>
                </a:solidFill>
                <a:latin typeface="Aptos"/>
                <a:ea typeface="Aptos"/>
                <a:cs typeface="Aptos"/>
              </a:rPr>
              <a:t>En mode transaction, le serveur change de client</a:t>
            </a:r>
            <a:endParaRPr sz="3600" b="1">
              <a:solidFill>
                <a:srgbClr val="F6F3ED"/>
              </a:solidFill>
              <a:latin typeface="Aptos"/>
              <a:ea typeface="Aptos"/>
              <a:cs typeface="Aptos"/>
            </a:endParaRPr>
          </a:p>
        </p:txBody>
      </p:sp>
      <p:sp>
        <p:nvSpPr>
          <p:cNvPr id="4" name="Rectangle 3">
            <a:extLst>
              <a:ext uri="{FF2B5EF4-FFF2-40B4-BE49-F238E27FC236}">
                <a16:creationId xmlns:a16="http://schemas.microsoft.com/office/drawing/2014/main" id="{CE62FF78-F78E-41A2-9D26-C22159291F3F}"/>
              </a:ext>
            </a:extLst>
          </p:cNvPr>
          <p:cNvSpPr>
            <a:spLocks noGrp="1"/>
          </p:cNvSpPr>
          <p:nvPr/>
        </p:nvSpPr>
        <p:spPr>
          <a:xfrm>
            <a:off x="666750" y="2105025"/>
            <a:ext cx="6096000" cy="4476750"/>
          </a:xfrm>
          <a:prstGeom prst="rect">
            <a:avLst/>
          </a:prstGeom>
          <a:noFill/>
          <a:ln w="0">
            <a:noFill/>
          </a:ln>
        </p:spPr>
        <p:txBody>
          <a:bodyPr>
            <a:normAutofit/>
          </a:bodyPr>
          <a:lstStyle/>
          <a:p>
            <a:pPr>
              <a:defRPr sz="2025" b="0">
                <a:solidFill>
                  <a:srgbClr val="F6F3ED"/>
                </a:solidFill>
                <a:latin typeface="Aptos"/>
                <a:ea typeface="Aptos"/>
                <a:cs typeface="Aptos"/>
              </a:defRPr>
            </a:pPr>
            <a:r>
              <a:rPr lang="fr-FR" sz="2025" b="0">
                <a:solidFill>
                  <a:srgbClr val="F6F3ED"/>
                </a:solidFill>
                <a:latin typeface="Aptos"/>
                <a:ea typeface="Aptos"/>
                <a:cs typeface="Aptos"/>
              </a:rPr>
              <a:t>Les API A et B gardent chacune une connexion cliente avec PgBouncer, sans réserver en permanence une connexion PostgreSQL.
A démarre une transaction : PgBouncer lui prête la connexion serveur S jusqu’à COMMIT ou ROLLBACK.
Une fois S libre, B peut l’emprunter. Si toutes les connexions serveur sont occupées, B attend dans PgBouncer.</a:t>
            </a:r>
            <a:endParaRPr sz="2025" b="0">
              <a:solidFill>
                <a:srgbClr val="F6F3ED"/>
              </a:solidFill>
              <a:latin typeface="Aptos"/>
              <a:ea typeface="Aptos"/>
              <a:cs typeface="Aptos"/>
            </a:endParaRPr>
          </a:p>
        </p:txBody>
      </p:sp>
      <p:sp>
        <p:nvSpPr>
          <p:cNvPr id="5" name="Rectangle : coins arrondis 4">
            <a:extLst>
              <a:ext uri="{FF2B5EF4-FFF2-40B4-BE49-F238E27FC236}">
                <a16:creationId xmlns:a16="http://schemas.microsoft.com/office/drawing/2014/main" id="{46358EA7-DCE4-4736-9CEE-5C99EC20CC1C}"/>
              </a:ext>
            </a:extLst>
          </p:cNvPr>
          <p:cNvSpPr>
            <a:spLocks noGrp="1"/>
          </p:cNvSpPr>
          <p:nvPr/>
        </p:nvSpPr>
        <p:spPr>
          <a:xfrm>
            <a:off x="9471660" y="2238375"/>
            <a:ext cx="2781300" cy="952500"/>
          </a:xfrm>
          <a:prstGeom prst="roundRect">
            <a:avLst>
              <a:gd name="adj" fmla="val 8000"/>
            </a:avLst>
          </a:prstGeom>
          <a:solidFill>
            <a:srgbClr val="174654"/>
          </a:solidFill>
          <a:ln w="19050">
            <a:solidFill>
              <a:srgbClr val="69E0E3"/>
            </a:solidFill>
          </a:ln>
        </p:spPr>
        <p:txBody>
          <a:bodyPr anchor="ctr">
            <a:normAutofit/>
          </a:bodyPr>
          <a:lstStyle/>
          <a:p>
            <a:pPr algn="ctr">
              <a:defRPr sz="1875" b="1">
                <a:solidFill>
                  <a:srgbClr val="FFFFFF"/>
                </a:solidFill>
                <a:latin typeface="Aptos"/>
                <a:ea typeface="Aptos"/>
                <a:cs typeface="Aptos"/>
              </a:defRPr>
            </a:pPr>
            <a:r>
              <a:rPr lang="fr-FR" sz="1875" b="1">
                <a:solidFill>
                  <a:srgbClr val="FFFFFF"/>
                </a:solidFill>
                <a:latin typeface="Aptos"/>
                <a:ea typeface="Aptos"/>
                <a:cs typeface="Aptos"/>
              </a:rPr>
              <a:t>API A
emprunte S</a:t>
            </a:r>
            <a:endParaRPr sz="1875" b="1">
              <a:solidFill>
                <a:srgbClr val="FFFFFF"/>
              </a:solidFill>
              <a:latin typeface="Aptos"/>
              <a:ea typeface="Aptos"/>
              <a:cs typeface="Aptos"/>
            </a:endParaRPr>
          </a:p>
        </p:txBody>
      </p:sp>
      <p:sp>
        <p:nvSpPr>
          <p:cNvPr id="6" name="Rectangle : coins arrondis 5">
            <a:extLst>
              <a:ext uri="{FF2B5EF4-FFF2-40B4-BE49-F238E27FC236}">
                <a16:creationId xmlns:a16="http://schemas.microsoft.com/office/drawing/2014/main" id="{06BD18DE-F1EA-492A-9C71-9CE3F390C83F}"/>
              </a:ext>
            </a:extLst>
          </p:cNvPr>
          <p:cNvSpPr>
            <a:spLocks noGrp="1"/>
          </p:cNvSpPr>
          <p:nvPr/>
        </p:nvSpPr>
        <p:spPr>
          <a:xfrm>
            <a:off x="9471660" y="3552825"/>
            <a:ext cx="2781300" cy="952500"/>
          </a:xfrm>
          <a:prstGeom prst="roundRect">
            <a:avLst>
              <a:gd name="adj" fmla="val 8000"/>
            </a:avLst>
          </a:prstGeom>
          <a:solidFill>
            <a:srgbClr val="174654"/>
          </a:solidFill>
          <a:ln w="19050">
            <a:solidFill>
              <a:srgbClr val="69E0E3"/>
            </a:solidFill>
          </a:ln>
        </p:spPr>
        <p:txBody>
          <a:bodyPr anchor="ctr">
            <a:normAutofit/>
          </a:bodyPr>
          <a:lstStyle/>
          <a:p>
            <a:pPr algn="ctr">
              <a:defRPr sz="1875" b="1">
                <a:solidFill>
                  <a:srgbClr val="FFFFFF"/>
                </a:solidFill>
                <a:latin typeface="Aptos"/>
                <a:ea typeface="Aptos"/>
                <a:cs typeface="Aptos"/>
              </a:defRPr>
            </a:pPr>
            <a:r>
              <a:rPr lang="fr-FR" sz="1875" b="1">
                <a:solidFill>
                  <a:srgbClr val="FFFFFF"/>
                </a:solidFill>
                <a:latin typeface="Aptos"/>
                <a:ea typeface="Aptos"/>
                <a:cs typeface="Aptos"/>
              </a:rPr>
              <a:t>PgBouncer
S revient au pool</a:t>
            </a:r>
            <a:endParaRPr sz="1875" b="1">
              <a:solidFill>
                <a:srgbClr val="FFFFFF"/>
              </a:solidFill>
              <a:latin typeface="Aptos"/>
              <a:ea typeface="Aptos"/>
              <a:cs typeface="Aptos"/>
            </a:endParaRPr>
          </a:p>
        </p:txBody>
      </p:sp>
      <p:sp>
        <p:nvSpPr>
          <p:cNvPr id="7" name="Rectangle : coins arrondis 6">
            <a:extLst>
              <a:ext uri="{FF2B5EF4-FFF2-40B4-BE49-F238E27FC236}">
                <a16:creationId xmlns:a16="http://schemas.microsoft.com/office/drawing/2014/main" id="{F6DBDED1-F728-4D6C-8B6D-75C20240D4AC}"/>
              </a:ext>
            </a:extLst>
          </p:cNvPr>
          <p:cNvSpPr>
            <a:spLocks noGrp="1"/>
          </p:cNvSpPr>
          <p:nvPr/>
        </p:nvSpPr>
        <p:spPr>
          <a:xfrm>
            <a:off x="9471660" y="4867275"/>
            <a:ext cx="2781300" cy="952500"/>
          </a:xfrm>
          <a:prstGeom prst="roundRect">
            <a:avLst>
              <a:gd name="adj" fmla="val 8000"/>
            </a:avLst>
          </a:prstGeom>
          <a:solidFill>
            <a:srgbClr val="174654"/>
          </a:solidFill>
          <a:ln w="19050">
            <a:solidFill>
              <a:srgbClr val="69E0E3"/>
            </a:solidFill>
          </a:ln>
        </p:spPr>
        <p:txBody>
          <a:bodyPr anchor="ctr">
            <a:normAutofit/>
          </a:bodyPr>
          <a:lstStyle/>
          <a:p>
            <a:pPr algn="ctr">
              <a:defRPr sz="1875" b="1">
                <a:solidFill>
                  <a:srgbClr val="FFFFFF"/>
                </a:solidFill>
                <a:latin typeface="Aptos"/>
                <a:ea typeface="Aptos"/>
                <a:cs typeface="Aptos"/>
              </a:defRPr>
            </a:pPr>
            <a:r>
              <a:rPr lang="fr-FR" sz="1875" b="1">
                <a:solidFill>
                  <a:srgbClr val="FFFFFF"/>
                </a:solidFill>
                <a:latin typeface="Aptos"/>
                <a:ea typeface="Aptos"/>
                <a:cs typeface="Aptos"/>
              </a:rPr>
              <a:t>API B
peut recevoir S</a:t>
            </a:r>
            <a:endParaRPr sz="1875" b="1">
              <a:solidFill>
                <a:srgbClr val="FFFFFF"/>
              </a:solidFill>
              <a:latin typeface="Aptos"/>
              <a:ea typeface="Aptos"/>
              <a:cs typeface="Aptos"/>
            </a:endParaRPr>
          </a:p>
        </p:txBody>
      </p:sp>
      <p:sp>
        <p:nvSpPr>
          <p:cNvPr id="8" name="Flèche : droite 7">
            <a:extLst>
              <a:ext uri="{FF2B5EF4-FFF2-40B4-BE49-F238E27FC236}">
                <a16:creationId xmlns:a16="http://schemas.microsoft.com/office/drawing/2014/main" id="{BF5A11C0-1C0B-4630-9BA6-C7B5DFCBDBE9}"/>
              </a:ext>
            </a:extLst>
          </p:cNvPr>
          <p:cNvSpPr>
            <a:spLocks noGrp="1"/>
          </p:cNvSpPr>
          <p:nvPr/>
        </p:nvSpPr>
        <p:spPr>
          <a:xfrm rot="5400000">
            <a:off x="10738485" y="3314700"/>
            <a:ext cx="247650" cy="114300"/>
          </a:xfrm>
          <a:prstGeom prst="rightArrow">
            <a:avLst/>
          </a:prstGeom>
          <a:solidFill>
            <a:srgbClr val="69E0E3"/>
          </a:solidFill>
          <a:ln w="0">
            <a:noFill/>
          </a:ln>
        </p:spPr>
        <p:txBody>
          <a:bodyPr/>
          <a:lstStyle/>
          <a:p>
            <a:endParaRPr lang="fr-FR"/>
          </a:p>
        </p:txBody>
      </p:sp>
      <p:sp>
        <p:nvSpPr>
          <p:cNvPr id="9" name="Rectangle 8">
            <a:extLst>
              <a:ext uri="{FF2B5EF4-FFF2-40B4-BE49-F238E27FC236}">
                <a16:creationId xmlns:a16="http://schemas.microsoft.com/office/drawing/2014/main" id="{4CA5438B-7C3A-4B02-B61B-3DB92EEF758D}"/>
              </a:ext>
            </a:extLst>
          </p:cNvPr>
          <p:cNvSpPr>
            <a:spLocks noGrp="1"/>
          </p:cNvSpPr>
          <p:nvPr/>
        </p:nvSpPr>
        <p:spPr>
          <a:xfrm>
            <a:off x="10976610" y="3190875"/>
            <a:ext cx="1143000" cy="361950"/>
          </a:xfrm>
          <a:prstGeom prst="rect">
            <a:avLst/>
          </a:prstGeom>
          <a:noFill/>
          <a:ln w="0">
            <a:noFill/>
          </a:ln>
        </p:spPr>
        <p:txBody>
          <a:bodyPr>
            <a:normAutofit/>
          </a:bodyPr>
          <a:lstStyle/>
          <a:p>
            <a:pPr algn="ctr">
              <a:defRPr sz="1275" b="1">
                <a:solidFill>
                  <a:srgbClr val="69E0E3"/>
                </a:solidFill>
                <a:latin typeface="Aptos"/>
                <a:ea typeface="Aptos"/>
                <a:cs typeface="Aptos"/>
              </a:defRPr>
            </a:pPr>
            <a:r>
              <a:rPr lang="fr-FR" sz="1275" b="1">
                <a:solidFill>
                  <a:srgbClr val="69E0E3"/>
                </a:solidFill>
                <a:latin typeface="Aptos"/>
                <a:ea typeface="Aptos"/>
                <a:cs typeface="Aptos"/>
              </a:rPr>
              <a:t>A libère S</a:t>
            </a:r>
            <a:endParaRPr sz="1275" b="1">
              <a:solidFill>
                <a:srgbClr val="69E0E3"/>
              </a:solidFill>
              <a:latin typeface="Aptos"/>
              <a:ea typeface="Aptos"/>
              <a:cs typeface="Aptos"/>
            </a:endParaRPr>
          </a:p>
        </p:txBody>
      </p:sp>
      <p:sp>
        <p:nvSpPr>
          <p:cNvPr id="10" name="Flèche : droite 9">
            <a:extLst>
              <a:ext uri="{FF2B5EF4-FFF2-40B4-BE49-F238E27FC236}">
                <a16:creationId xmlns:a16="http://schemas.microsoft.com/office/drawing/2014/main" id="{6853D65E-22EC-4765-8D69-FCB5DA61E747}"/>
              </a:ext>
            </a:extLst>
          </p:cNvPr>
          <p:cNvSpPr>
            <a:spLocks noGrp="1"/>
          </p:cNvSpPr>
          <p:nvPr/>
        </p:nvSpPr>
        <p:spPr>
          <a:xfrm rot="5400000">
            <a:off x="10738485" y="4629150"/>
            <a:ext cx="247650" cy="114300"/>
          </a:xfrm>
          <a:prstGeom prst="rightArrow">
            <a:avLst/>
          </a:prstGeom>
          <a:solidFill>
            <a:srgbClr val="69E0E3"/>
          </a:solidFill>
          <a:ln w="0">
            <a:noFill/>
          </a:ln>
        </p:spPr>
        <p:txBody>
          <a:bodyPr/>
          <a:lstStyle/>
          <a:p>
            <a:endParaRPr lang="fr-FR"/>
          </a:p>
        </p:txBody>
      </p:sp>
      <p:sp>
        <p:nvSpPr>
          <p:cNvPr id="11" name="Rectangle 10">
            <a:extLst>
              <a:ext uri="{FF2B5EF4-FFF2-40B4-BE49-F238E27FC236}">
                <a16:creationId xmlns:a16="http://schemas.microsoft.com/office/drawing/2014/main" id="{8B783D16-5543-4307-A547-16E1C359E824}"/>
              </a:ext>
            </a:extLst>
          </p:cNvPr>
          <p:cNvSpPr>
            <a:spLocks noGrp="1"/>
          </p:cNvSpPr>
          <p:nvPr/>
        </p:nvSpPr>
        <p:spPr>
          <a:xfrm>
            <a:off x="10976610" y="4505325"/>
            <a:ext cx="1143000" cy="361950"/>
          </a:xfrm>
          <a:prstGeom prst="rect">
            <a:avLst/>
          </a:prstGeom>
          <a:noFill/>
          <a:ln w="0">
            <a:noFill/>
          </a:ln>
        </p:spPr>
        <p:txBody>
          <a:bodyPr>
            <a:normAutofit/>
          </a:bodyPr>
          <a:lstStyle/>
          <a:p>
            <a:pPr algn="ctr">
              <a:defRPr sz="1275" b="1">
                <a:solidFill>
                  <a:srgbClr val="69E0E3"/>
                </a:solidFill>
                <a:latin typeface="Aptos"/>
                <a:ea typeface="Aptos"/>
                <a:cs typeface="Aptos"/>
              </a:defRPr>
            </a:pPr>
            <a:r>
              <a:rPr lang="fr-FR" sz="1275" b="1">
                <a:solidFill>
                  <a:srgbClr val="69E0E3"/>
                </a:solidFill>
                <a:latin typeface="Aptos"/>
                <a:ea typeface="Aptos"/>
                <a:cs typeface="Aptos"/>
              </a:rPr>
              <a:t>S vers B</a:t>
            </a:r>
            <a:endParaRPr sz="1275" b="1">
              <a:solidFill>
                <a:srgbClr val="69E0E3"/>
              </a:solidFill>
              <a:latin typeface="Aptos"/>
              <a:ea typeface="Aptos"/>
              <a:cs typeface="Aptos"/>
            </a:endParaRPr>
          </a:p>
        </p:txBody>
      </p:sp>
      <p:sp>
        <p:nvSpPr>
          <p:cNvPr id="12" name="Rectangle 11">
            <a:extLst>
              <a:ext uri="{FF2B5EF4-FFF2-40B4-BE49-F238E27FC236}">
                <a16:creationId xmlns:a16="http://schemas.microsoft.com/office/drawing/2014/main" id="{0E13E990-1C6A-45BB-A1A7-504E0AF3ABC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3" name="Rectangle 12">
            <a:extLst>
              <a:ext uri="{FF2B5EF4-FFF2-40B4-BE49-F238E27FC236}">
                <a16:creationId xmlns:a16="http://schemas.microsoft.com/office/drawing/2014/main" id="{0D073201-3BA2-4FE7-A21E-8A0653D86751}"/>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F6F3ED"/>
                </a:solidFill>
                <a:latin typeface="Aptos"/>
                <a:ea typeface="Aptos"/>
                <a:cs typeface="Aptos"/>
              </a:defRPr>
            </a:pPr>
            <a:r>
              <a:rPr lang="fr-FR" sz="1875" b="0">
                <a:solidFill>
                  <a:srgbClr val="F6F3ED"/>
                </a:solidFill>
                <a:latin typeface="Aptos"/>
                <a:ea typeface="Aptos"/>
                <a:cs typeface="Aptos"/>
              </a:rPr>
              <a:t>Une connexion cliente peut durer longtemps ; en mode transaction, la connexion serveur n’est prêtée que pour la transaction.</a:t>
            </a:r>
            <a:endParaRPr sz="1875" b="0">
              <a:solidFill>
                <a:srgbClr val="F6F3ED"/>
              </a:solidFill>
              <a:latin typeface="Aptos"/>
              <a:ea typeface="Aptos"/>
              <a:cs typeface="Aptos"/>
            </a:endParaRPr>
          </a:p>
        </p:txBody>
      </p:sp>
      <p:sp>
        <p:nvSpPr>
          <p:cNvPr id="14" name="Rectangle 13">
            <a:extLst>
              <a:ext uri="{FF2B5EF4-FFF2-40B4-BE49-F238E27FC236}">
                <a16:creationId xmlns:a16="http://schemas.microsoft.com/office/drawing/2014/main" id="{30FA9935-E2AE-4A3E-8F6E-5FD85EE637A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5" name="Rectangle 14">
            <a:extLst>
              <a:ext uri="{FF2B5EF4-FFF2-40B4-BE49-F238E27FC236}">
                <a16:creationId xmlns:a16="http://schemas.microsoft.com/office/drawing/2014/main" id="{814608BE-97AF-40D2-ADFD-E2B1965FE3E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16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258016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0935003-F2F7-49A0-9135-A0E9AD5A8A0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1F2B1BBB-A007-4AFF-A8D2-FF98E42048E7}"/>
              </a:ext>
            </a:extLst>
          </p:cNvPr>
          <p:cNvSpPr>
            <a:spLocks noGrp="1"/>
          </p:cNvSpPr>
          <p:nvPr/>
        </p:nvSpPr>
        <p:spPr>
          <a:xfrm>
            <a:off x="666750" y="790575"/>
            <a:ext cx="13525500" cy="1133475"/>
          </a:xfrm>
          <a:prstGeom prst="rect">
            <a:avLst/>
          </a:prstGeom>
          <a:noFill/>
          <a:ln w="0">
            <a:noFill/>
          </a:ln>
        </p:spPr>
        <p:txBody>
          <a:bodyPr>
            <a:norm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Trois modes : quand libérer la connexion serveur ?</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C5B30748-563D-481A-A31F-424D4555A1E7}"/>
              </a:ext>
            </a:extLst>
          </p:cNvPr>
          <p:cNvSpPr>
            <a:spLocks noGrp="1"/>
          </p:cNvSpPr>
          <p:nvPr/>
        </p:nvSpPr>
        <p:spPr>
          <a:xfrm>
            <a:off x="666750" y="2105025"/>
            <a:ext cx="6191250" cy="285750"/>
          </a:xfrm>
          <a:prstGeom prst="rect">
            <a:avLst/>
          </a:prstGeom>
          <a:noFill/>
          <a:ln w="0">
            <a:noFill/>
          </a:ln>
        </p:spPr>
        <p:txBody>
          <a:bodyPr>
            <a:normAutofit/>
          </a:bodyPr>
          <a:lstStyle/>
          <a:p>
            <a:pPr>
              <a:defRPr sz="1425" b="1">
                <a:solidFill>
                  <a:srgbClr val="AD4C21"/>
                </a:solidFill>
                <a:latin typeface="Aptos"/>
                <a:ea typeface="Aptos"/>
                <a:cs typeface="Aptos"/>
              </a:defRPr>
            </a:pPr>
            <a:r>
              <a:rPr lang="fr-FR" sz="1425" b="1">
                <a:solidFill>
                  <a:srgbClr val="AD4C21"/>
                </a:solidFill>
                <a:latin typeface="Aptos"/>
                <a:ea typeface="Aptos"/>
                <a:cs typeface="Aptos"/>
              </a:rPr>
              <a:t>MODE SESSION</a:t>
            </a:r>
            <a:endParaRPr sz="1425" b="1">
              <a:solidFill>
                <a:srgbClr val="AD4C21"/>
              </a:solidFill>
              <a:latin typeface="Aptos"/>
              <a:ea typeface="Aptos"/>
              <a:cs typeface="Aptos"/>
            </a:endParaRPr>
          </a:p>
        </p:txBody>
      </p:sp>
      <p:sp>
        <p:nvSpPr>
          <p:cNvPr id="5" name="Rectangle 4">
            <a:extLst>
              <a:ext uri="{FF2B5EF4-FFF2-40B4-BE49-F238E27FC236}">
                <a16:creationId xmlns:a16="http://schemas.microsoft.com/office/drawing/2014/main" id="{C85170CF-E7B3-4771-847C-E6AFDFB74470}"/>
              </a:ext>
            </a:extLst>
          </p:cNvPr>
          <p:cNvSpPr>
            <a:spLocks noGrp="1"/>
          </p:cNvSpPr>
          <p:nvPr/>
        </p:nvSpPr>
        <p:spPr>
          <a:xfrm>
            <a:off x="666750" y="2571750"/>
            <a:ext cx="6334125"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2325" b="0">
                <a:solidFill>
                  <a:srgbClr val="173044"/>
                </a:solidFill>
                <a:latin typeface="Aptos"/>
                <a:ea typeface="Aptos"/>
                <a:cs typeface="Aptos"/>
              </a:rPr>
              <a:t>PgBouncer affecte une connexion PostgreSQL au client jusqu’à sa déconnexion, y compris entre ses transactions.
L’état de session (p. ex. LISTEN ou tables temporaires) reste disponible ; la mutualisation est faible si les clients restent connectés longtemps.</a:t>
            </a:r>
            <a:endParaRPr sz="2325"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5E5BFB5B-2E94-4021-944E-B7BF786E3CDE}"/>
              </a:ext>
            </a:extLst>
          </p:cNvPr>
          <p:cNvSpPr>
            <a:spLocks noGrp="1"/>
          </p:cNvSpPr>
          <p:nvPr/>
        </p:nvSpPr>
        <p:spPr>
          <a:xfrm>
            <a:off x="8096250" y="2105025"/>
            <a:ext cx="6191250" cy="285750"/>
          </a:xfrm>
          <a:prstGeom prst="rect">
            <a:avLst/>
          </a:prstGeom>
          <a:noFill/>
          <a:ln w="0">
            <a:noFill/>
          </a:ln>
        </p:spPr>
        <p:txBody>
          <a:bodyPr>
            <a:normAutofit/>
          </a:bodyPr>
          <a:lstStyle/>
          <a:p>
            <a:pPr>
              <a:defRPr sz="1425" b="1">
                <a:solidFill>
                  <a:srgbClr val="AD4C21"/>
                </a:solidFill>
                <a:latin typeface="Aptos"/>
                <a:ea typeface="Aptos"/>
                <a:cs typeface="Aptos"/>
              </a:defRPr>
            </a:pPr>
            <a:r>
              <a:rPr lang="fr-FR" sz="1425" b="1">
                <a:solidFill>
                  <a:srgbClr val="AD4C21"/>
                </a:solidFill>
                <a:latin typeface="Aptos"/>
                <a:ea typeface="Aptos"/>
                <a:cs typeface="Aptos"/>
              </a:rPr>
              <a:t>MODES TRANSACTION ET INSTRUCTION</a:t>
            </a:r>
            <a:endParaRPr sz="1425" b="1">
              <a:solidFill>
                <a:srgbClr val="AD4C21"/>
              </a:solidFill>
              <a:latin typeface="Aptos"/>
              <a:ea typeface="Aptos"/>
              <a:cs typeface="Aptos"/>
            </a:endParaRPr>
          </a:p>
        </p:txBody>
      </p:sp>
      <p:sp>
        <p:nvSpPr>
          <p:cNvPr id="7" name="Rectangle 6">
            <a:extLst>
              <a:ext uri="{FF2B5EF4-FFF2-40B4-BE49-F238E27FC236}">
                <a16:creationId xmlns:a16="http://schemas.microsoft.com/office/drawing/2014/main" id="{989739C7-230B-41E9-B3DA-CC7CF2A245AD}"/>
              </a:ext>
            </a:extLst>
          </p:cNvPr>
          <p:cNvSpPr>
            <a:spLocks noGrp="1"/>
          </p:cNvSpPr>
          <p:nvPr/>
        </p:nvSpPr>
        <p:spPr>
          <a:xfrm>
            <a:off x="8096250" y="2571750"/>
            <a:ext cx="6381750"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2325" b="0">
                <a:solidFill>
                  <a:srgbClr val="173044"/>
                </a:solidFill>
                <a:latin typeface="Aptos"/>
                <a:ea typeface="Aptos"/>
                <a:cs typeface="Aptos"/>
              </a:rPr>
              <a:t>Transaction : connexion prêtée jusqu’à COMMIT ou ROLLBACK, puis rendue au pool. Entre transactions, le serveur peut changer : ne pas supposer que l’état de session persiste.
Instruction (statement) : prêt terminé après chaque requête ; une transaction sur plusieurs instructions est interdite.</a:t>
            </a:r>
            <a:endParaRPr sz="232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B2CC35CF-2C2E-4335-BC9A-2F26C5327648}"/>
              </a:ext>
            </a:extLst>
          </p:cNvPr>
          <p:cNvSpPr>
            <a:spLocks noGrp="1"/>
          </p:cNvSpPr>
          <p:nvPr/>
        </p:nvSpPr>
        <p:spPr>
          <a:xfrm>
            <a:off x="666750" y="6724650"/>
            <a:ext cx="13335000" cy="266700"/>
          </a:xfrm>
          <a:prstGeom prst="rect">
            <a:avLst/>
          </a:prstGeom>
          <a:noFill/>
          <a:ln w="0">
            <a:noFill/>
          </a:ln>
        </p:spPr>
        <p:txBody>
          <a:bodyPr>
            <a:normAutofit/>
          </a:bodyPr>
          <a:lstStyle/>
          <a:p>
            <a:pPr>
              <a:defRPr sz="1350" b="1">
                <a:solidFill>
                  <a:srgbClr val="AD4C21"/>
                </a:solidFill>
                <a:latin typeface="Aptos"/>
                <a:ea typeface="Aptos"/>
                <a:cs typeface="Aptos"/>
              </a:defRPr>
            </a:pPr>
            <a:r>
              <a:rPr lang="fr-FR" sz="1350" b="1">
                <a:solidFill>
                  <a:srgbClr val="AD4C21"/>
                </a:solidFill>
                <a:latin typeface="Aptos"/>
                <a:ea typeface="Aptos"/>
                <a:cs typeface="Aptos"/>
              </a:rPr>
              <a:t>POUR NOTRE API REST</a:t>
            </a:r>
            <a:endParaRPr sz="1350" b="1">
              <a:solidFill>
                <a:srgbClr val="AD4C21"/>
              </a:solidFill>
              <a:latin typeface="Aptos"/>
              <a:ea typeface="Aptos"/>
              <a:cs typeface="Aptos"/>
            </a:endParaRPr>
          </a:p>
        </p:txBody>
      </p:sp>
      <p:sp>
        <p:nvSpPr>
          <p:cNvPr id="9" name="Rectangle 8">
            <a:extLst>
              <a:ext uri="{FF2B5EF4-FFF2-40B4-BE49-F238E27FC236}">
                <a16:creationId xmlns:a16="http://schemas.microsoft.com/office/drawing/2014/main" id="{9A6619C0-0596-4D08-A6F8-37717066E6D8}"/>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Le TP utilise le mode transaction (slide 18). Vérifier LISTEN, SET de session, tables temporaires et requêtes préparées selon la configuration.</a:t>
            </a:r>
            <a:endParaRPr sz="1875" b="0">
              <a:solidFill>
                <a:srgbClr val="173044"/>
              </a:solidFill>
              <a:latin typeface="Aptos"/>
              <a:ea typeface="Aptos"/>
              <a:cs typeface="Aptos"/>
            </a:endParaRPr>
          </a:p>
        </p:txBody>
      </p:sp>
      <p:sp>
        <p:nvSpPr>
          <p:cNvPr id="10" name="Rectangle 9">
            <a:extLst>
              <a:ext uri="{FF2B5EF4-FFF2-40B4-BE49-F238E27FC236}">
                <a16:creationId xmlns:a16="http://schemas.microsoft.com/office/drawing/2014/main" id="{15B68C05-2405-464B-8604-0856F6E4B307}"/>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C48FECD0-B959-423E-8887-40F3E087AE6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17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2322753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0935003-F2F7-49A0-9135-A0E9AD5A8A0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1F2B1BBB-A007-4AFF-A8D2-FF98E42048E7}"/>
              </a:ext>
            </a:extLst>
          </p:cNvPr>
          <p:cNvSpPr>
            <a:spLocks noGrp="1"/>
          </p:cNvSpPr>
          <p:nvPr/>
        </p:nvSpPr>
        <p:spPr>
          <a:xfrm>
            <a:off x="666750" y="790575"/>
            <a:ext cx="13525500" cy="1133475"/>
          </a:xfrm>
          <a:prstGeom prst="rect">
            <a:avLst/>
          </a:prstGeom>
          <a:noFill/>
          <a:ln w="0">
            <a:noFill/>
          </a:ln>
        </p:spPr>
        <p:txBody>
          <a:bodyPr>
            <a:norm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Configurer PgBouncer, puis mesurer</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C5B30748-563D-481A-A31F-424D4555A1E7}"/>
              </a:ext>
            </a:extLst>
          </p:cNvPr>
          <p:cNvSpPr>
            <a:spLocks noGrp="1"/>
          </p:cNvSpPr>
          <p:nvPr/>
        </p:nvSpPr>
        <p:spPr>
          <a:xfrm>
            <a:off x="666750" y="2105025"/>
            <a:ext cx="6191250" cy="285750"/>
          </a:xfrm>
          <a:prstGeom prst="rect">
            <a:avLst/>
          </a:prstGeom>
          <a:noFill/>
          <a:ln w="0">
            <a:noFill/>
          </a:ln>
        </p:spPr>
        <p:txBody>
          <a:bodyPr>
            <a:normAutofit/>
          </a:bodyPr>
          <a:lstStyle/>
          <a:p>
            <a:pPr>
              <a:defRPr sz="1425" b="1">
                <a:solidFill>
                  <a:srgbClr val="AD4C21"/>
                </a:solidFill>
                <a:latin typeface="Aptos"/>
                <a:ea typeface="Aptos"/>
                <a:cs typeface="Aptos"/>
              </a:defRPr>
            </a:pPr>
            <a:r>
              <a:rPr lang="fr-FR" sz="1425" b="1">
                <a:solidFill>
                  <a:srgbClr val="AD4C21"/>
                </a:solidFill>
                <a:latin typeface="Aptos"/>
                <a:ea typeface="Aptos"/>
                <a:cs typeface="Aptos"/>
              </a:rPr>
              <a:t>EXTRAIT pgbouncer.ini · EXEMPLE</a:t>
            </a:r>
            <a:endParaRPr sz="1425" b="1">
              <a:solidFill>
                <a:srgbClr val="AD4C21"/>
              </a:solidFill>
              <a:latin typeface="Aptos"/>
              <a:ea typeface="Aptos"/>
              <a:cs typeface="Aptos"/>
            </a:endParaRPr>
          </a:p>
        </p:txBody>
      </p:sp>
      <p:sp>
        <p:nvSpPr>
          <p:cNvPr id="5" name="Rectangle 4">
            <a:extLst>
              <a:ext uri="{FF2B5EF4-FFF2-40B4-BE49-F238E27FC236}">
                <a16:creationId xmlns:a16="http://schemas.microsoft.com/office/drawing/2014/main" id="{C85170CF-E7B3-4771-847C-E6AFDFB74470}"/>
              </a:ext>
            </a:extLst>
          </p:cNvPr>
          <p:cNvSpPr>
            <a:spLocks noGrp="1"/>
          </p:cNvSpPr>
          <p:nvPr/>
        </p:nvSpPr>
        <p:spPr>
          <a:xfrm>
            <a:off x="666750" y="2571750"/>
            <a:ext cx="6334125"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1700" b="0">
                <a:solidFill>
                  <a:srgbClr val="173044"/>
                </a:solidFill>
                <a:latin typeface="Consolas"/>
                <a:ea typeface="Aptos"/>
                <a:cs typeface="Aptos"/>
              </a:rPr>
              <a:t>[databases]
app = host=127.0.0.1 port=5432 dbname=app
[pgbouncer]
listen_addr = 127.0.0.1
listen_port = 6432
pool_mode = transaction
default_pool_size = 20
max_client_conn = 120</a:t>
            </a:r>
            <a:endParaRPr sz="1700" b="0">
              <a:solidFill>
                <a:srgbClr val="173044"/>
              </a:solidFill>
              <a:latin typeface="Consolas"/>
              <a:ea typeface="Aptos"/>
              <a:cs typeface="Aptos"/>
            </a:endParaRPr>
          </a:p>
        </p:txBody>
      </p:sp>
      <p:sp>
        <p:nvSpPr>
          <p:cNvPr id="6" name="Rectangle 5">
            <a:extLst>
              <a:ext uri="{FF2B5EF4-FFF2-40B4-BE49-F238E27FC236}">
                <a16:creationId xmlns:a16="http://schemas.microsoft.com/office/drawing/2014/main" id="{5E5BFB5B-2E94-4021-944E-B7BF786E3CDE}"/>
              </a:ext>
            </a:extLst>
          </p:cNvPr>
          <p:cNvSpPr>
            <a:spLocks noGrp="1"/>
          </p:cNvSpPr>
          <p:nvPr/>
        </p:nvSpPr>
        <p:spPr>
          <a:xfrm>
            <a:off x="8096250" y="2105025"/>
            <a:ext cx="6191250" cy="285750"/>
          </a:xfrm>
          <a:prstGeom prst="rect">
            <a:avLst/>
          </a:prstGeom>
          <a:noFill/>
          <a:ln w="0">
            <a:noFill/>
          </a:ln>
        </p:spPr>
        <p:txBody>
          <a:bodyPr>
            <a:normAutofit/>
          </a:bodyPr>
          <a:lstStyle/>
          <a:p>
            <a:pPr>
              <a:defRPr sz="1425" b="1">
                <a:solidFill>
                  <a:srgbClr val="AD4C21"/>
                </a:solidFill>
                <a:latin typeface="Aptos"/>
                <a:ea typeface="Aptos"/>
                <a:cs typeface="Aptos"/>
              </a:defRPr>
            </a:pPr>
            <a:r>
              <a:rPr lang="fr-FR" sz="1425" b="1">
                <a:solidFill>
                  <a:srgbClr val="AD4C21"/>
                </a:solidFill>
                <a:latin typeface="Aptos"/>
                <a:ea typeface="Aptos"/>
                <a:cs typeface="Aptos"/>
              </a:rPr>
              <a:t>OBSERVATION DANS LE TP</a:t>
            </a:r>
            <a:endParaRPr sz="1425" b="1">
              <a:solidFill>
                <a:srgbClr val="AD4C21"/>
              </a:solidFill>
              <a:latin typeface="Aptos"/>
              <a:ea typeface="Aptos"/>
              <a:cs typeface="Aptos"/>
            </a:endParaRPr>
          </a:p>
        </p:txBody>
      </p:sp>
      <p:sp>
        <p:nvSpPr>
          <p:cNvPr id="7" name="Rectangle 6">
            <a:extLst>
              <a:ext uri="{FF2B5EF4-FFF2-40B4-BE49-F238E27FC236}">
                <a16:creationId xmlns:a16="http://schemas.microsoft.com/office/drawing/2014/main" id="{989739C7-230B-41E9-B3DA-CC7CF2A245AD}"/>
              </a:ext>
            </a:extLst>
          </p:cNvPr>
          <p:cNvSpPr>
            <a:spLocks noGrp="1"/>
          </p:cNvSpPr>
          <p:nvPr/>
        </p:nvSpPr>
        <p:spPr>
          <a:xfrm>
            <a:off x="8096250" y="2571750"/>
            <a:ext cx="6381750" cy="3524250"/>
          </a:xfrm>
          <a:prstGeom prst="rect">
            <a:avLst/>
          </a:prstGeom>
          <a:noFill/>
          <a:ln w="0">
            <a:noFill/>
          </a:ln>
        </p:spPr>
        <p:txBody>
          <a:bodyPr>
            <a:normAutofit/>
          </a:bodyPr>
          <a:lstStyle/>
          <a:p>
            <a:pPr>
              <a:defRPr sz="2325" b="0">
                <a:solidFill>
                  <a:srgbClr val="173044"/>
                </a:solidFill>
                <a:latin typeface="Aptos"/>
                <a:ea typeface="Aptos"/>
                <a:cs typeface="Aptos"/>
              </a:defRPr>
            </a:pPr>
            <a:r>
              <a:rPr lang="fr-FR" sz="2325" b="0">
                <a:solidFill>
                  <a:srgbClr val="173044"/>
                </a:solidFill>
                <a:latin typeface="Aptos"/>
                <a:ea typeface="Aptos"/>
                <a:cs typeface="Aptos"/>
              </a:rPr>
              <a:t>L’API se connecte à PgBouncer (port 6432), pas directement à PostgreSQL (5432). Configurer séparément l’authentification et les accès réseau.
Pendant le test : lire SHOW POOLS (clients actifs/en attente, serveurs actifs/libres) et pg_stat_activity côté PostgreSQL. Comparer attente, erreurs et latence.</a:t>
            </a:r>
            <a:endParaRPr sz="232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B2CC35CF-2C2E-4335-BC9A-2F26C5327648}"/>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9A6619C0-0596-4D08-A6F8-37717066E6D8}"/>
              </a:ext>
            </a:extLst>
          </p:cNvPr>
          <p:cNvSpPr>
            <a:spLocks noGrp="1"/>
          </p:cNvSpPr>
          <p:nvPr/>
        </p:nvSpPr>
        <p:spPr>
          <a:xfrm>
            <a:off x="666750" y="7086600"/>
            <a:ext cx="13525500" cy="914400"/>
          </a:xfrm>
          <a:prstGeom prst="rect">
            <a:avLst/>
          </a:prstGeom>
          <a:noFill/>
          <a:ln w="0">
            <a:noFill/>
          </a:ln>
        </p:spPr>
        <p:txBody>
          <a:bodyPr>
            <a:norm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Valeurs d’illustration, non universelles. Documenter le mode, la capacité, la compatibilité et les mesures avant/après.</a:t>
            </a:r>
            <a:endParaRPr sz="1875" b="0">
              <a:solidFill>
                <a:srgbClr val="173044"/>
              </a:solidFill>
              <a:latin typeface="Aptos"/>
              <a:ea typeface="Aptos"/>
              <a:cs typeface="Aptos"/>
            </a:endParaRPr>
          </a:p>
        </p:txBody>
      </p:sp>
      <p:sp>
        <p:nvSpPr>
          <p:cNvPr id="10" name="Rectangle 9">
            <a:extLst>
              <a:ext uri="{FF2B5EF4-FFF2-40B4-BE49-F238E27FC236}">
                <a16:creationId xmlns:a16="http://schemas.microsoft.com/office/drawing/2014/main" id="{15B68C05-2405-464B-8604-0856F6E4B307}"/>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C48FECD0-B959-423E-8887-40F3E087AE6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18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3007709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C758ECC7-44C8-4DA4-9DAB-6176F27F3C5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2D0EA2CC-A997-4DA5-ACCA-37E52E4C89C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Temps d’attente et délais maximaux</a:t>
            </a:r>
          </a:p>
        </p:txBody>
      </p:sp>
      <p:sp>
        <p:nvSpPr>
          <p:cNvPr id="4" name="Rectangle 3">
            <a:extLst>
              <a:ext uri="{FF2B5EF4-FFF2-40B4-BE49-F238E27FC236}">
                <a16:creationId xmlns:a16="http://schemas.microsoft.com/office/drawing/2014/main" id="{05CE8D07-E9DD-4FD8-BC1E-45CA55897584}"/>
              </a:ext>
            </a:extLst>
          </p:cNvPr>
          <p:cNvSpPr>
            <a:spLocks noGrp="1"/>
          </p:cNvSpPr>
          <p:nvPr/>
        </p:nvSpPr>
        <p:spPr>
          <a:xfrm>
            <a:off x="666750" y="2143125"/>
            <a:ext cx="9525000" cy="2143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Un appel peut consommer son budget avant d’exécuter le SQL, en attendant une connexion. Les métriques séparent acquisition, exécution et réponse. Le timeout global reste cohérent avec les limites de chaque couche.</a:t>
            </a:r>
          </a:p>
        </p:txBody>
      </p:sp>
      <p:sp>
        <p:nvSpPr>
          <p:cNvPr id="5" name="Rectangle 4">
            <a:extLst>
              <a:ext uri="{FF2B5EF4-FFF2-40B4-BE49-F238E27FC236}">
                <a16:creationId xmlns:a16="http://schemas.microsoft.com/office/drawing/2014/main" id="{864CF61F-669F-407A-A323-49C22B7ADEE0}"/>
              </a:ext>
            </a:extLst>
          </p:cNvPr>
          <p:cNvSpPr>
            <a:spLocks noGrp="1"/>
          </p:cNvSpPr>
          <p:nvPr/>
        </p:nvSpPr>
        <p:spPr>
          <a:xfrm>
            <a:off x="4429125" y="4695825"/>
            <a:ext cx="10001250" cy="1771650"/>
          </a:xfrm>
          <a:prstGeom prst="rect">
            <a:avLst/>
          </a:prstGeom>
          <a:noFill/>
          <a:ln w="0">
            <a:noFill/>
          </a:ln>
        </p:spPr>
        <p:txBody>
          <a:bodyPr>
            <a:noAutofit/>
          </a:bodyPr>
          <a:lstStyle/>
          <a:p>
            <a:pPr>
              <a:defRPr sz="2175" b="0">
                <a:solidFill>
                  <a:srgbClr val="173044"/>
                </a:solidFill>
                <a:latin typeface="Aptos"/>
                <a:ea typeface="Aptos"/>
                <a:cs typeface="Aptos"/>
              </a:defRPr>
            </a:pPr>
            <a:r>
              <a:rPr sz="2175" b="0">
                <a:solidFill>
                  <a:srgbClr val="173044"/>
                </a:solidFill>
                <a:latin typeface="Aptos"/>
                <a:ea typeface="Aptos"/>
                <a:cs typeface="Aptos"/>
              </a:rPr>
              <a:t>Une requête abandonnée par le client peut continuer sur le serveur si l’annulation ne se propage pas. La configuration et le code doivent traiter la fin du travail, le retour de connexion et l’erreur.</a:t>
            </a:r>
          </a:p>
        </p:txBody>
      </p:sp>
      <p:sp>
        <p:nvSpPr>
          <p:cNvPr id="6" name="Rectangle 5">
            <a:extLst>
              <a:ext uri="{FF2B5EF4-FFF2-40B4-BE49-F238E27FC236}">
                <a16:creationId xmlns:a16="http://schemas.microsoft.com/office/drawing/2014/main" id="{0A8C83DD-39F1-419C-8EC1-B823EBEF8A8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17527C45-4FD7-49BF-93BF-1BDA84D8D9B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Un timeout limite l’attente. Il ne prouve pas que l’écriture n’a jamais été validée.</a:t>
            </a:r>
          </a:p>
        </p:txBody>
      </p:sp>
      <p:sp>
        <p:nvSpPr>
          <p:cNvPr id="8" name="Rectangle 7">
            <a:extLst>
              <a:ext uri="{FF2B5EF4-FFF2-40B4-BE49-F238E27FC236}">
                <a16:creationId xmlns:a16="http://schemas.microsoft.com/office/drawing/2014/main" id="{E0625A64-3B1A-4773-882B-C2432E703CC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7CF0FA95-8EE6-410B-A01B-DD5220F359C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19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36318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a:extLst>
            <a:ext uri="{FF2B5EF4-FFF2-40B4-BE49-F238E27FC236}">
              <a16:creationId xmlns:a16="http://schemas.microsoft.com/office/drawing/2014/main" id="{A8F6C610-5FAE-2EFA-1A45-0C1A3845E677}"/>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6B56607F-A4FE-F466-FBE6-E4A3C7D4C42B}"/>
              </a:ext>
            </a:extLst>
          </p:cNvPr>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432E5B15-A19B-ADC3-285F-2AEC31A5477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5F9FC388-F0B9-C967-8FB4-B20C191C65D6}"/>
              </a:ext>
            </a:extLst>
          </p:cNvPr>
          <p:cNvSpPr>
            <a:spLocks noGrp="1"/>
          </p:cNvSpPr>
          <p:nvPr/>
        </p:nvSpPr>
        <p:spPr>
          <a:xfrm>
            <a:off x="666750" y="790575"/>
            <a:ext cx="13525500" cy="1133475"/>
          </a:xfrm>
          <a:prstGeom prst="rect">
            <a:avLst/>
          </a:prstGeom>
          <a:noFill/>
          <a:ln w="0">
            <a:noFill/>
          </a:ln>
        </p:spPr>
        <p:txBody>
          <a:bodyPr lIns="91440" tIns="45720" rIns="91440" bIns="45720" anchor="t">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7 : la page et </a:t>
            </a:r>
            <a:r>
              <a:rPr sz="3600" b="1" err="1">
                <a:solidFill>
                  <a:srgbClr val="F6F3ED"/>
                </a:solidFill>
                <a:latin typeface="Aptos"/>
                <a:ea typeface="Aptos"/>
                <a:cs typeface="Aptos"/>
              </a:rPr>
              <a:t>ses</a:t>
            </a:r>
            <a:r>
              <a:rPr sz="3600" b="1">
                <a:solidFill>
                  <a:srgbClr val="F6F3ED"/>
                </a:solidFill>
                <a:latin typeface="Aptos"/>
                <a:ea typeface="Aptos"/>
                <a:cs typeface="Aptos"/>
              </a:rPr>
              <a:t> relations</a:t>
            </a:r>
            <a:r>
              <a:rPr lang="fr-FR" sz="3600" b="1">
                <a:solidFill>
                  <a:srgbClr val="F6F3ED"/>
                </a:solidFill>
                <a:latin typeface="Aptos"/>
                <a:ea typeface="Aptos"/>
                <a:cs typeface="Aptos"/>
              </a:rPr>
              <a:t> / </a:t>
            </a:r>
            <a:r>
              <a:rPr lang="fr-FR" sz="3600" b="1" err="1">
                <a:solidFill>
                  <a:srgbClr val="F6F3ED"/>
                </a:solidFill>
                <a:latin typeface="Aptos"/>
                <a:ea typeface="Aptos"/>
                <a:cs typeface="Aptos"/>
              </a:rPr>
              <a:t>PgBouncer</a:t>
            </a:r>
            <a:endParaRPr sz="3600" b="1" err="1">
              <a:solidFill>
                <a:srgbClr val="F6F3ED"/>
              </a:solidFill>
              <a:latin typeface="Aptos"/>
              <a:ea typeface="Aptos"/>
              <a:cs typeface="Aptos"/>
            </a:endParaRPr>
          </a:p>
        </p:txBody>
      </p:sp>
      <p:sp>
        <p:nvSpPr>
          <p:cNvPr id="4" name="Rectangle 3">
            <a:extLst>
              <a:ext uri="{FF2B5EF4-FFF2-40B4-BE49-F238E27FC236}">
                <a16:creationId xmlns:a16="http://schemas.microsoft.com/office/drawing/2014/main" id="{A83AEFDD-8866-0738-0B59-D5EDB6CD862F}"/>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061F5672-F903-E6E7-335A-C8B7ACC4F688}"/>
              </a:ext>
            </a:extLst>
          </p:cNvPr>
          <p:cNvSpPr>
            <a:spLocks noGrp="1"/>
          </p:cNvSpPr>
          <p:nvPr/>
        </p:nvSpPr>
        <p:spPr>
          <a:xfrm>
            <a:off x="666750" y="2667000"/>
            <a:ext cx="6334125" cy="3429000"/>
          </a:xfrm>
          <a:prstGeom prst="rect">
            <a:avLst/>
          </a:prstGeom>
          <a:noFill/>
          <a:ln w="0">
            <a:noFill/>
          </a:ln>
        </p:spPr>
        <p:txBody>
          <a:bodyPr lIns="91440" tIns="45720" rIns="91440" bIns="45720" anchor="t">
            <a:noAutofit/>
          </a:bodyPr>
          <a:lstStyle/>
          <a:p>
            <a:pPr>
              <a:defRPr sz="2325" b="0">
                <a:solidFill>
                  <a:srgbClr val="F6F3ED"/>
                </a:solidFill>
                <a:latin typeface="Aptos"/>
                <a:ea typeface="Aptos"/>
                <a:cs typeface="Aptos"/>
              </a:defRPr>
            </a:pPr>
            <a:r>
              <a:rPr sz="2300" b="0">
                <a:solidFill>
                  <a:srgbClr val="F6F3ED"/>
                </a:solidFill>
                <a:latin typeface="Aptos"/>
                <a:ea typeface="Aptos"/>
                <a:cs typeface="Aptos"/>
              </a:rPr>
              <a:t>À </a:t>
            </a:r>
            <a:r>
              <a:rPr sz="2300" b="0" err="1">
                <a:solidFill>
                  <a:srgbClr val="F6F3ED"/>
                </a:solidFill>
                <a:latin typeface="Aptos"/>
                <a:ea typeface="Aptos"/>
                <a:cs typeface="Aptos"/>
              </a:rPr>
              <a:t>partir</a:t>
            </a:r>
            <a:r>
              <a:rPr sz="2300" b="0">
                <a:solidFill>
                  <a:srgbClr val="F6F3ED"/>
                </a:solidFill>
                <a:latin typeface="Aptos"/>
                <a:ea typeface="Aptos"/>
                <a:cs typeface="Aptos"/>
              </a:rPr>
              <a:t> de </a:t>
            </a:r>
            <a:r>
              <a:rPr sz="2300" b="0" err="1">
                <a:solidFill>
                  <a:srgbClr val="F6F3ED"/>
                </a:solidFill>
                <a:latin typeface="Aptos"/>
                <a:ea typeface="Aptos"/>
                <a:cs typeface="Aptos"/>
              </a:rPr>
              <a:t>l’API</a:t>
            </a:r>
            <a:r>
              <a:rPr sz="2300" b="0">
                <a:solidFill>
                  <a:srgbClr val="F6F3ED"/>
                </a:solidFill>
                <a:latin typeface="Aptos"/>
                <a:ea typeface="Aptos"/>
                <a:cs typeface="Aptos"/>
              </a:rPr>
              <a:t> de </a:t>
            </a:r>
            <a:r>
              <a:rPr sz="2300" b="0" err="1">
                <a:solidFill>
                  <a:srgbClr val="F6F3ED"/>
                </a:solidFill>
                <a:latin typeface="Aptos"/>
                <a:ea typeface="Aptos"/>
                <a:cs typeface="Aptos"/>
              </a:rPr>
              <a:t>projet</a:t>
            </a:r>
            <a:r>
              <a:rPr lang="fr-FR" sz="2300">
                <a:solidFill>
                  <a:srgbClr val="F6F3ED"/>
                </a:solidFill>
                <a:latin typeface="Aptos"/>
                <a:ea typeface="Aptos"/>
                <a:cs typeface="Aptos"/>
              </a:rPr>
              <a:t> comparer</a:t>
            </a:r>
            <a:r>
              <a:rPr sz="2300" b="0">
                <a:solidFill>
                  <a:srgbClr val="F6F3ED"/>
                </a:solidFill>
                <a:latin typeface="Aptos"/>
                <a:ea typeface="Aptos"/>
                <a:cs typeface="Aptos"/>
              </a:rPr>
              <a:t> OFFSET et </a:t>
            </a:r>
            <a:r>
              <a:rPr sz="2300" b="0" err="1">
                <a:solidFill>
                  <a:srgbClr val="F6F3ED"/>
                </a:solidFill>
                <a:latin typeface="Aptos"/>
                <a:ea typeface="Aptos"/>
                <a:cs typeface="Aptos"/>
              </a:rPr>
              <a:t>curseur</a:t>
            </a:r>
            <a:r>
              <a:rPr sz="2300" b="0">
                <a:solidFill>
                  <a:srgbClr val="F6F3ED"/>
                </a:solidFill>
                <a:latin typeface="Aptos"/>
                <a:ea typeface="Aptos"/>
                <a:cs typeface="Aptos"/>
              </a:rPr>
              <a:t>. Tester </a:t>
            </a:r>
            <a:r>
              <a:rPr sz="2300" b="0" err="1">
                <a:solidFill>
                  <a:srgbClr val="F6F3ED"/>
                </a:solidFill>
                <a:latin typeface="Aptos"/>
                <a:ea typeface="Aptos"/>
                <a:cs typeface="Aptos"/>
              </a:rPr>
              <a:t>plusieurs</a:t>
            </a:r>
            <a:r>
              <a:rPr sz="2300" b="0">
                <a:solidFill>
                  <a:srgbClr val="F6F3ED"/>
                </a:solidFill>
                <a:latin typeface="Aptos"/>
                <a:ea typeface="Aptos"/>
                <a:cs typeface="Aptos"/>
              </a:rPr>
              <a:t> </a:t>
            </a:r>
            <a:r>
              <a:rPr sz="2300" b="0" err="1">
                <a:solidFill>
                  <a:srgbClr val="F6F3ED"/>
                </a:solidFill>
                <a:latin typeface="Aptos"/>
                <a:ea typeface="Aptos"/>
                <a:cs typeface="Aptos"/>
              </a:rPr>
              <a:t>commandes</a:t>
            </a:r>
            <a:r>
              <a:rPr sz="2300" b="0">
                <a:solidFill>
                  <a:srgbClr val="F6F3ED"/>
                </a:solidFill>
                <a:latin typeface="Aptos"/>
                <a:ea typeface="Aptos"/>
                <a:cs typeface="Aptos"/>
              </a:rPr>
              <a:t> avec la </a:t>
            </a:r>
            <a:r>
              <a:rPr sz="2300" b="0" err="1">
                <a:solidFill>
                  <a:srgbClr val="F6F3ED"/>
                </a:solidFill>
                <a:latin typeface="Aptos"/>
                <a:ea typeface="Aptos"/>
                <a:cs typeface="Aptos"/>
              </a:rPr>
              <a:t>même</a:t>
            </a:r>
            <a:r>
              <a:rPr sz="2300" b="0">
                <a:solidFill>
                  <a:srgbClr val="F6F3ED"/>
                </a:solidFill>
                <a:latin typeface="Aptos"/>
                <a:ea typeface="Aptos"/>
                <a:cs typeface="Aptos"/>
              </a:rPr>
              <a:t> date. </a:t>
            </a:r>
            <a:r>
              <a:rPr sz="2300" b="0" err="1">
                <a:solidFill>
                  <a:srgbClr val="F6F3ED"/>
                </a:solidFill>
                <a:latin typeface="Aptos"/>
                <a:ea typeface="Aptos"/>
                <a:cs typeface="Aptos"/>
              </a:rPr>
              <a:t>Mesurer</a:t>
            </a:r>
            <a:r>
              <a:rPr sz="2300" b="0">
                <a:solidFill>
                  <a:srgbClr val="F6F3ED"/>
                </a:solidFill>
                <a:latin typeface="Aptos"/>
                <a:ea typeface="Aptos"/>
                <a:cs typeface="Aptos"/>
              </a:rPr>
              <a:t> le </a:t>
            </a:r>
            <a:r>
              <a:rPr sz="2300" b="0" err="1">
                <a:solidFill>
                  <a:srgbClr val="F6F3ED"/>
                </a:solidFill>
                <a:latin typeface="Aptos"/>
                <a:ea typeface="Aptos"/>
                <a:cs typeface="Aptos"/>
              </a:rPr>
              <a:t>nombre</a:t>
            </a:r>
            <a:r>
              <a:rPr sz="2300" b="0">
                <a:solidFill>
                  <a:srgbClr val="F6F3ED"/>
                </a:solidFill>
                <a:latin typeface="Aptos"/>
                <a:ea typeface="Aptos"/>
                <a:cs typeface="Aptos"/>
              </a:rPr>
              <a:t> de </a:t>
            </a:r>
            <a:r>
              <a:rPr sz="2300" b="0" err="1">
                <a:solidFill>
                  <a:srgbClr val="F6F3ED"/>
                </a:solidFill>
                <a:latin typeface="Aptos"/>
                <a:ea typeface="Aptos"/>
                <a:cs typeface="Aptos"/>
              </a:rPr>
              <a:t>requêtes</a:t>
            </a:r>
            <a:r>
              <a:rPr sz="2300" b="0">
                <a:solidFill>
                  <a:srgbClr val="F6F3ED"/>
                </a:solidFill>
                <a:latin typeface="Aptos"/>
                <a:ea typeface="Aptos"/>
                <a:cs typeface="Aptos"/>
              </a:rPr>
              <a:t> pour </a:t>
            </a:r>
            <a:r>
              <a:rPr sz="2300" b="0" err="1">
                <a:solidFill>
                  <a:srgbClr val="F6F3ED"/>
                </a:solidFill>
                <a:latin typeface="Aptos"/>
                <a:ea typeface="Aptos"/>
                <a:cs typeface="Aptos"/>
              </a:rPr>
              <a:t>une</a:t>
            </a:r>
            <a:r>
              <a:rPr sz="2300" b="0">
                <a:solidFill>
                  <a:srgbClr val="F6F3ED"/>
                </a:solidFill>
                <a:latin typeface="Aptos"/>
                <a:ea typeface="Aptos"/>
                <a:cs typeface="Aptos"/>
              </a:rPr>
              <a:t> page qui charge les </a:t>
            </a:r>
            <a:r>
              <a:rPr sz="2300" b="0" err="1">
                <a:solidFill>
                  <a:srgbClr val="F6F3ED"/>
                </a:solidFill>
                <a:latin typeface="Aptos"/>
                <a:ea typeface="Aptos"/>
                <a:cs typeface="Aptos"/>
              </a:rPr>
              <a:t>lignes</a:t>
            </a:r>
            <a:r>
              <a:rPr sz="2300" b="0">
                <a:solidFill>
                  <a:srgbClr val="F6F3ED"/>
                </a:solidFill>
                <a:latin typeface="Aptos"/>
                <a:ea typeface="Aptos"/>
                <a:cs typeface="Aptos"/>
              </a:rPr>
              <a:t>.</a:t>
            </a:r>
          </a:p>
          <a:p>
            <a:pPr>
              <a:defRPr sz="2325" b="0">
                <a:solidFill>
                  <a:srgbClr val="F6F3ED"/>
                </a:solidFill>
                <a:latin typeface="Aptos"/>
                <a:ea typeface="Aptos"/>
                <a:cs typeface="Aptos"/>
              </a:defRPr>
            </a:pPr>
            <a:endParaRPr lang="fr-FR" sz="2300">
              <a:solidFill>
                <a:srgbClr val="F6F3ED"/>
              </a:solidFill>
              <a:latin typeface="Aptos"/>
              <a:ea typeface="Aptos"/>
              <a:cs typeface="Aptos"/>
            </a:endParaRPr>
          </a:p>
          <a:p>
            <a:pPr>
              <a:defRPr sz="2325" b="0">
                <a:solidFill>
                  <a:srgbClr val="F6F3ED"/>
                </a:solidFill>
                <a:latin typeface="Aptos"/>
                <a:ea typeface="Aptos"/>
                <a:cs typeface="Aptos"/>
              </a:defRPr>
            </a:pPr>
            <a:endParaRPr lang="fr-FR" sz="2300">
              <a:solidFill>
                <a:srgbClr val="F6F3ED"/>
              </a:solidFill>
              <a:latin typeface="Aptos"/>
              <a:ea typeface="Aptos"/>
              <a:cs typeface="Aptos"/>
            </a:endParaRPr>
          </a:p>
          <a:p>
            <a:pPr>
              <a:defRPr sz="2325" b="0">
                <a:solidFill>
                  <a:srgbClr val="F6F3ED"/>
                </a:solidFill>
                <a:latin typeface="Aptos"/>
                <a:ea typeface="Aptos"/>
                <a:cs typeface="Aptos"/>
              </a:defRPr>
            </a:pPr>
            <a:r>
              <a:rPr lang="fr-FR" sz="2300" err="1">
                <a:solidFill>
                  <a:srgbClr val="F6F3ED"/>
                </a:solidFill>
                <a:latin typeface="Aptos"/>
                <a:ea typeface="Aptos"/>
                <a:cs typeface="Aptos"/>
              </a:rPr>
              <a:t>PgBouncer</a:t>
            </a:r>
            <a:r>
              <a:rPr lang="fr-FR" sz="2300">
                <a:solidFill>
                  <a:srgbClr val="F6F3ED"/>
                </a:solidFill>
                <a:latin typeface="Aptos"/>
                <a:ea typeface="Aptos"/>
                <a:cs typeface="Aptos"/>
              </a:rPr>
              <a:t> – Distribution des sessions</a:t>
            </a:r>
          </a:p>
        </p:txBody>
      </p:sp>
      <p:sp>
        <p:nvSpPr>
          <p:cNvPr id="6" name="Rectangle 5">
            <a:extLst>
              <a:ext uri="{FF2B5EF4-FFF2-40B4-BE49-F238E27FC236}">
                <a16:creationId xmlns:a16="http://schemas.microsoft.com/office/drawing/2014/main" id="{0D9C1378-788A-589F-6506-2F0643623D15}"/>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450D4EF0-258C-D175-474D-0FA373B8EDB2}"/>
              </a:ext>
            </a:extLst>
          </p:cNvPr>
          <p:cNvSpPr>
            <a:spLocks noGrp="1"/>
          </p:cNvSpPr>
          <p:nvPr/>
        </p:nvSpPr>
        <p:spPr>
          <a:xfrm>
            <a:off x="8096250" y="2667000"/>
            <a:ext cx="6381750" cy="3429000"/>
          </a:xfrm>
          <a:prstGeom prst="rect">
            <a:avLst/>
          </a:prstGeom>
          <a:noFill/>
          <a:ln w="0">
            <a:noFill/>
          </a:ln>
        </p:spPr>
        <p:txBody>
          <a:bodyPr lIns="91440" tIns="45720" rIns="91440" bIns="45720" anchor="t">
            <a:noAutofit/>
          </a:bodyPr>
          <a:lstStyle/>
          <a:p>
            <a:pPr>
              <a:defRPr sz="2325" b="0">
                <a:solidFill>
                  <a:srgbClr val="F6F3ED"/>
                </a:solidFill>
                <a:latin typeface="Aptos"/>
                <a:ea typeface="Aptos"/>
                <a:cs typeface="Aptos"/>
              </a:defRPr>
            </a:pPr>
            <a:r>
              <a:rPr sz="2300" b="0" err="1">
                <a:solidFill>
                  <a:srgbClr val="F6F3ED"/>
                </a:solidFill>
                <a:latin typeface="Aptos"/>
                <a:ea typeface="Aptos"/>
                <a:cs typeface="Aptos"/>
              </a:rPr>
              <a:t>Corriger</a:t>
            </a:r>
            <a:r>
              <a:rPr sz="2300" b="0">
                <a:solidFill>
                  <a:srgbClr val="F6F3ED"/>
                </a:solidFill>
                <a:latin typeface="Aptos"/>
                <a:ea typeface="Aptos"/>
                <a:cs typeface="Aptos"/>
              </a:rPr>
              <a:t> N+1 par </a:t>
            </a:r>
            <a:r>
              <a:rPr sz="2300" b="0" err="1">
                <a:solidFill>
                  <a:srgbClr val="F6F3ED"/>
                </a:solidFill>
                <a:latin typeface="Aptos"/>
                <a:ea typeface="Aptos"/>
                <a:cs typeface="Aptos"/>
              </a:rPr>
              <a:t>chargement</a:t>
            </a:r>
            <a:r>
              <a:rPr sz="2300" b="0">
                <a:solidFill>
                  <a:srgbClr val="F6F3ED"/>
                </a:solidFill>
                <a:latin typeface="Aptos"/>
                <a:ea typeface="Aptos"/>
                <a:cs typeface="Aptos"/>
              </a:rPr>
              <a:t> </a:t>
            </a:r>
            <a:r>
              <a:rPr sz="2300" b="0" err="1">
                <a:solidFill>
                  <a:srgbClr val="F6F3ED"/>
                </a:solidFill>
                <a:latin typeface="Aptos"/>
                <a:ea typeface="Aptos"/>
                <a:cs typeface="Aptos"/>
              </a:rPr>
              <a:t>groupé</a:t>
            </a:r>
            <a:r>
              <a:rPr lang="fr-FR" sz="2300">
                <a:solidFill>
                  <a:srgbClr val="F6F3ED"/>
                </a:solidFill>
                <a:latin typeface="Aptos"/>
                <a:ea typeface="Aptos"/>
                <a:cs typeface="Aptos"/>
              </a:rPr>
              <a:t>.</a:t>
            </a:r>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r>
              <a:rPr lang="fr-FR" sz="2300">
                <a:solidFill>
                  <a:schemeClr val="bg1"/>
                </a:solidFill>
              </a:rPr>
              <a:t>Attente, erreurs et latence.</a:t>
            </a:r>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a:p>
            <a:pPr>
              <a:defRPr sz="2325" b="0">
                <a:solidFill>
                  <a:srgbClr val="F6F3ED"/>
                </a:solidFill>
                <a:latin typeface="Aptos"/>
                <a:ea typeface="Aptos"/>
                <a:cs typeface="Aptos"/>
              </a:defRPr>
            </a:pPr>
            <a:endParaRPr lang="fr-FR" sz="2300"/>
          </a:p>
        </p:txBody>
      </p:sp>
      <p:sp>
        <p:nvSpPr>
          <p:cNvPr id="8" name="Rectangle 7">
            <a:extLst>
              <a:ext uri="{FF2B5EF4-FFF2-40B4-BE49-F238E27FC236}">
                <a16:creationId xmlns:a16="http://schemas.microsoft.com/office/drawing/2014/main" id="{BFEE7966-4FCE-4E1C-B332-7CE3E31A585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774203EA-119E-B1AB-0E67-8F5FB4204E21}"/>
              </a:ext>
            </a:extLst>
          </p:cNvPr>
          <p:cNvSpPr>
            <a:spLocks noGrp="1"/>
          </p:cNvSpPr>
          <p:nvPr/>
        </p:nvSpPr>
        <p:spPr>
          <a:xfrm>
            <a:off x="666750" y="7086600"/>
            <a:ext cx="13525500" cy="914400"/>
          </a:xfrm>
          <a:prstGeom prst="rect">
            <a:avLst/>
          </a:prstGeom>
          <a:noFill/>
          <a:ln w="0">
            <a:noFill/>
          </a:ln>
        </p:spPr>
        <p:txBody>
          <a:bodyPr lIns="91440" tIns="45720" rIns="91440" bIns="45720" anchor="t">
            <a:noAutofit/>
          </a:bodyPr>
          <a:lstStyle/>
          <a:p>
            <a:pPr>
              <a:defRPr sz="1875" b="0">
                <a:solidFill>
                  <a:srgbClr val="F6F3ED"/>
                </a:solidFill>
                <a:latin typeface="Aptos"/>
                <a:ea typeface="Aptos"/>
                <a:cs typeface="Aptos"/>
              </a:defRPr>
            </a:pPr>
            <a:r>
              <a:rPr sz="1850" b="0" err="1">
                <a:solidFill>
                  <a:srgbClr val="F6F3ED"/>
                </a:solidFill>
                <a:latin typeface="Aptos"/>
                <a:ea typeface="Aptos"/>
                <a:cs typeface="Aptos"/>
              </a:rPr>
              <a:t>Livrable</a:t>
            </a:r>
            <a:r>
              <a:rPr sz="1850" b="0">
                <a:solidFill>
                  <a:srgbClr val="F6F3ED"/>
                </a:solidFill>
                <a:latin typeface="Aptos"/>
                <a:ea typeface="Aptos"/>
                <a:cs typeface="Aptos"/>
              </a:rPr>
              <a:t> : </a:t>
            </a:r>
            <a:r>
              <a:rPr sz="1850" b="0" err="1">
                <a:solidFill>
                  <a:srgbClr val="F6F3ED"/>
                </a:solidFill>
                <a:latin typeface="Aptos"/>
                <a:ea typeface="Aptos"/>
                <a:cs typeface="Aptos"/>
              </a:rPr>
              <a:t>contrat</a:t>
            </a:r>
            <a:r>
              <a:rPr sz="1850" b="0">
                <a:solidFill>
                  <a:srgbClr val="F6F3ED"/>
                </a:solidFill>
                <a:latin typeface="Aptos"/>
                <a:ea typeface="Aptos"/>
                <a:cs typeface="Aptos"/>
              </a:rPr>
              <a:t>, SQL, </a:t>
            </a:r>
            <a:r>
              <a:rPr sz="1850" b="0" err="1">
                <a:solidFill>
                  <a:srgbClr val="F6F3ED"/>
                </a:solidFill>
                <a:latin typeface="Aptos"/>
                <a:ea typeface="Aptos"/>
                <a:cs typeface="Aptos"/>
              </a:rPr>
              <a:t>comptage</a:t>
            </a:r>
            <a:r>
              <a:rPr sz="1850" b="0">
                <a:solidFill>
                  <a:srgbClr val="F6F3ED"/>
                </a:solidFill>
                <a:latin typeface="Aptos"/>
                <a:ea typeface="Aptos"/>
                <a:cs typeface="Aptos"/>
              </a:rPr>
              <a:t>, trace et </a:t>
            </a:r>
            <a:r>
              <a:rPr sz="1850" b="0" err="1">
                <a:solidFill>
                  <a:srgbClr val="F6F3ED"/>
                </a:solidFill>
                <a:latin typeface="Aptos"/>
                <a:ea typeface="Aptos"/>
                <a:cs typeface="Aptos"/>
              </a:rPr>
              <a:t>contrôle</a:t>
            </a:r>
            <a:r>
              <a:rPr sz="1850" b="0">
                <a:solidFill>
                  <a:srgbClr val="F6F3ED"/>
                </a:solidFill>
                <a:latin typeface="Aptos"/>
                <a:ea typeface="Aptos"/>
                <a:cs typeface="Aptos"/>
              </a:rPr>
              <a:t> des </a:t>
            </a:r>
            <a:r>
              <a:rPr sz="1850" b="0" err="1">
                <a:solidFill>
                  <a:srgbClr val="F6F3ED"/>
                </a:solidFill>
                <a:latin typeface="Aptos"/>
                <a:ea typeface="Aptos"/>
                <a:cs typeface="Aptos"/>
              </a:rPr>
              <a:t>résultats</a:t>
            </a:r>
            <a:r>
              <a:rPr sz="1850" b="0">
                <a:solidFill>
                  <a:srgbClr val="F6F3ED"/>
                </a:solidFill>
                <a:latin typeface="Aptos"/>
                <a:ea typeface="Aptos"/>
                <a:cs typeface="Aptos"/>
              </a:rPr>
              <a:t>. Temps </a:t>
            </a:r>
            <a:r>
              <a:rPr sz="1850" b="0" err="1">
                <a:solidFill>
                  <a:srgbClr val="F6F3ED"/>
                </a:solidFill>
                <a:latin typeface="Aptos"/>
                <a:ea typeface="Aptos"/>
                <a:cs typeface="Aptos"/>
              </a:rPr>
              <a:t>prévu</a:t>
            </a:r>
            <a:r>
              <a:rPr sz="1850" b="0">
                <a:solidFill>
                  <a:srgbClr val="F6F3ED"/>
                </a:solidFill>
                <a:latin typeface="Aptos"/>
                <a:ea typeface="Aptos"/>
                <a:cs typeface="Aptos"/>
              </a:rPr>
              <a:t> : </a:t>
            </a:r>
            <a:r>
              <a:rPr lang="fr-FR" sz="1850">
                <a:solidFill>
                  <a:srgbClr val="F6F3ED"/>
                </a:solidFill>
                <a:latin typeface="Aptos"/>
                <a:ea typeface="Aptos"/>
                <a:cs typeface="Aptos"/>
              </a:rPr>
              <a:t>2h30</a:t>
            </a:r>
            <a:r>
              <a:rPr sz="1850" b="0">
                <a:solidFill>
                  <a:srgbClr val="F6F3ED"/>
                </a:solidFill>
                <a:latin typeface="Aptos"/>
                <a:ea typeface="Aptos"/>
                <a:cs typeface="Aptos"/>
              </a:rPr>
              <a:t>.</a:t>
            </a:r>
          </a:p>
        </p:txBody>
      </p:sp>
      <p:sp>
        <p:nvSpPr>
          <p:cNvPr id="10" name="Rectangle 9">
            <a:extLst>
              <a:ext uri="{FF2B5EF4-FFF2-40B4-BE49-F238E27FC236}">
                <a16:creationId xmlns:a16="http://schemas.microsoft.com/office/drawing/2014/main" id="{155627A3-ED51-90AD-7E14-4DCC55B332A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0426FB93-D8C1-7EF4-BD3F-9F0DEB009C4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20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05717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332A055-C9C6-4687-BF06-F04F26A8BCE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46430DDC-3763-4E8F-9104-0E106BCCD04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lang="fr-FR" sz="3600" b="1">
                <a:solidFill>
                  <a:srgbClr val="F6F3ED"/>
                </a:solidFill>
                <a:latin typeface="Aptos"/>
                <a:ea typeface="Aptos"/>
                <a:cs typeface="Aptos"/>
              </a:rPr>
              <a:t>Rate limiting : comprendre les rafales et l’erreur 429</a:t>
            </a:r>
            <a:endParaRPr sz="3600" b="1">
              <a:solidFill>
                <a:srgbClr val="F6F3ED"/>
              </a:solidFill>
              <a:latin typeface="Aptos"/>
              <a:ea typeface="Aptos"/>
              <a:cs typeface="Aptos"/>
            </a:endParaRPr>
          </a:p>
        </p:txBody>
      </p:sp>
      <p:sp>
        <p:nvSpPr>
          <p:cNvPr id="4" name="Rectangle 3">
            <a:extLst>
              <a:ext uri="{FF2B5EF4-FFF2-40B4-BE49-F238E27FC236}">
                <a16:creationId xmlns:a16="http://schemas.microsoft.com/office/drawing/2014/main" id="{363C0A57-3DC0-4832-BC7B-DE083DF32CC7}"/>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5A5C3C28-D9A7-4807-8AF9-7FC98E0C68B0}"/>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lang="fr-FR" sz="2475" b="0">
                <a:solidFill>
                  <a:srgbClr val="F6F3ED"/>
                </a:solidFill>
                <a:latin typeface="Aptos"/>
                <a:ea typeface="Aptos"/>
                <a:cs typeface="Aptos"/>
              </a:rPr>
              <a:t>Le rate limiting fixe un quota de requêtes acceptées par client (utilisateur ou clé API) sur une durée. Exemple : 10 appels par minute et par clé. Au-delà, l’API refuse les appels excédentaires pour protéger ses ressources ; un quota global seul pénaliserait des clients indépendants.</a:t>
            </a:r>
            <a:endParaRPr sz="2475" b="0">
              <a:solidFill>
                <a:srgbClr val="F6F3ED"/>
              </a:solidFill>
              <a:latin typeface="Aptos"/>
              <a:ea typeface="Aptos"/>
              <a:cs typeface="Aptos"/>
            </a:endParaRPr>
          </a:p>
        </p:txBody>
      </p:sp>
      <p:sp>
        <p:nvSpPr>
          <p:cNvPr id="6" name="Rectangle 5">
            <a:extLst>
              <a:ext uri="{FF2B5EF4-FFF2-40B4-BE49-F238E27FC236}">
                <a16:creationId xmlns:a16="http://schemas.microsoft.com/office/drawing/2014/main" id="{16800301-18AF-4285-869A-1A673B6FBAD5}"/>
              </a:ext>
            </a:extLst>
          </p:cNvPr>
          <p:cNvSpPr>
            <a:spLocks noGrp="1"/>
          </p:cNvSpPr>
          <p:nvPr/>
        </p:nvSpPr>
        <p:spPr>
          <a:xfrm>
            <a:off x="666750" y="4419600"/>
            <a:ext cx="13525500" cy="2095500"/>
          </a:xfrm>
          <a:prstGeom prst="rect">
            <a:avLst/>
          </a:prstGeom>
          <a:noFill/>
          <a:ln w="0">
            <a:noFill/>
          </a:ln>
        </p:spPr>
        <p:txBody>
          <a:bodyPr>
            <a:noAutofit/>
          </a:bodyPr>
          <a:lstStyle/>
          <a:p>
            <a:pPr>
              <a:defRPr sz="2175" b="0">
                <a:solidFill>
                  <a:srgbClr val="F6F3ED"/>
                </a:solidFill>
                <a:latin typeface="Aptos"/>
                <a:ea typeface="Aptos"/>
                <a:cs typeface="Aptos"/>
              </a:defRPr>
            </a:pPr>
            <a:r>
              <a:rPr lang="fr-FR" sz="2175" b="0">
                <a:solidFill>
                  <a:srgbClr val="F6F3ED"/>
                </a:solidFill>
                <a:latin typeface="Aptos"/>
                <a:ea typeface="Aptos"/>
                <a:cs typeface="Aptos"/>
              </a:rPr>
              <a:t>Fenêtre fixe : le quota de 10 appels est réinitialisé à chaque minute. Si un client envoie 10 appels à 12:00:59, puis 10 à 12:01:00, les 20 sont acceptés en environ 2 secondes : chaque lot relève d’une minute différente. C’est une « rafale à la frontière », car la règle ne porte pas sur toute période glissante de 60 secondes. Un token bucket borne la rafale et réapprovisionne les droits progressivement.</a:t>
            </a:r>
            <a:endParaRPr sz="2175" b="0">
              <a:solidFill>
                <a:srgbClr val="F6F3ED"/>
              </a:solidFill>
              <a:latin typeface="Aptos"/>
              <a:ea typeface="Aptos"/>
              <a:cs typeface="Aptos"/>
            </a:endParaRPr>
          </a:p>
        </p:txBody>
      </p:sp>
      <p:sp>
        <p:nvSpPr>
          <p:cNvPr id="7" name="Rectangle 6">
            <a:extLst>
              <a:ext uri="{FF2B5EF4-FFF2-40B4-BE49-F238E27FC236}">
                <a16:creationId xmlns:a16="http://schemas.microsoft.com/office/drawing/2014/main" id="{68E29CA8-DED5-4D86-A0AB-46F7258EFDB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95434D36-19DD-443D-A8C5-C87A2346B0EB}"/>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lang="fr-FR" sz="1875" b="0">
                <a:solidFill>
                  <a:srgbClr val="F6F3ED"/>
                </a:solidFill>
                <a:latin typeface="Aptos"/>
                <a:ea typeface="Aptos"/>
                <a:cs typeface="Aptos"/>
              </a:rPr>
              <a:t>HTTP 429 « Too Many Requests » = quota dépassé : le serveur refuse cet appel. L’en-tête Retry-After, s’il est fourni, indique combien attendre avant de réessayer ; éviter les relances immédiates.</a:t>
            </a:r>
            <a:endParaRPr sz="1875" b="0">
              <a:solidFill>
                <a:srgbClr val="F6F3ED"/>
              </a:solidFill>
              <a:latin typeface="Aptos"/>
              <a:ea typeface="Aptos"/>
              <a:cs typeface="Aptos"/>
            </a:endParaRPr>
          </a:p>
        </p:txBody>
      </p:sp>
      <p:sp>
        <p:nvSpPr>
          <p:cNvPr id="9" name="Rectangle 8">
            <a:extLst>
              <a:ext uri="{FF2B5EF4-FFF2-40B4-BE49-F238E27FC236}">
                <a16:creationId xmlns:a16="http://schemas.microsoft.com/office/drawing/2014/main" id="{86FA5D9D-61E1-4F9B-A379-75FF71309ED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3C6322A6-8A05-497E-9B92-5ECCB4AD01D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21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896791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0B13F61-6020-49EA-9E1B-D558A7C9B424}"/>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C04A8DB0-916B-4069-A8B0-F7675BFE15B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La réponse se compresse côté API, pas en SQL</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BCB40B91-ACD5-493C-8FD7-3A615B68E445}"/>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lang="fr-FR" sz="2550" b="0">
                <a:solidFill>
                  <a:srgbClr val="173044"/>
                </a:solidFill>
                <a:latin typeface="Aptos"/>
                <a:ea typeface="Aptos"/>
                <a:cs typeface="Aptos"/>
              </a:rPr>
              <a:t>1. PostgreSQL exécute SELECT et renvoie les données à l’API. 2. L’API choisit les champs et la taille de page, puis produit le JSON. 3. Le serveur HTTP de l’API — ou un proxy devant elle — compresse la réponse (gzip ou br) avant son envoi. Le client la décompresse.</a:t>
            </a:r>
            <a:endParaRPr sz="2550"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236F217A-DCF9-480D-9316-9464CA2F80D0}"/>
              </a:ext>
            </a:extLst>
          </p:cNvPr>
          <p:cNvSpPr>
            <a:spLocks noGrp="1"/>
          </p:cNvSpPr>
          <p:nvPr/>
        </p:nvSpPr>
        <p:spPr>
          <a:xfrm>
            <a:off x="666750" y="4343400"/>
            <a:ext cx="13525500" cy="1981200"/>
          </a:xfrm>
          <a:prstGeom prst="rect">
            <a:avLst/>
          </a:prstGeom>
          <a:noFill/>
          <a:ln w="0">
            <a:noFill/>
          </a:ln>
        </p:spPr>
        <p:txBody>
          <a:bodyPr>
            <a:noAutofit/>
          </a:bodyPr>
          <a:lstStyle/>
          <a:p>
            <a:pPr>
              <a:defRPr sz="2250" b="0">
                <a:solidFill>
                  <a:srgbClr val="173044"/>
                </a:solidFill>
                <a:latin typeface="Aptos"/>
                <a:ea typeface="Aptos"/>
                <a:cs typeface="Aptos"/>
              </a:defRPr>
            </a:pPr>
            <a:r>
              <a:rPr lang="fr-FR" sz="2250" b="0">
                <a:solidFill>
                  <a:srgbClr val="173044"/>
                </a:solidFill>
                <a:latin typeface="Aptos"/>
                <a:ea typeface="Aptos"/>
                <a:cs typeface="Aptos"/>
              </a:rPr>
              <a:t>Comment l’activer ? Le client annonce Accept-Encoding: gzip, br. Si elle est configurée côté serveur API ou proxy, la compression s’applique à la réponse HTTP et l’en-tête Content-Encoding indique le format utilisé. Elle réduit les octets transférés, au prix de calcul CPU.</a:t>
            </a:r>
            <a:endParaRPr sz="2250"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B3C6C667-540B-4539-A8E5-AE0CBD0BFDF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D3FD4FCD-9D94-490D-8A48-726D48DBE38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À distinguer : PostgreSQL peut compresser des valeurs stockées (TOAST), mais cela ne compresse pas le JSON transmis en HTTP. Mesurer octets, latence et CPU.</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EC08FA18-6BF9-4C07-8D9E-3BC679CB734F}"/>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A6D28B9C-D284-4008-B26A-2AD627E8576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22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942635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42E2A4C-28FF-46ED-8851-9D128CAD3AB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DC982429-F91A-4770-A190-41DA7516403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cache et sa source de vérité</a:t>
            </a:r>
          </a:p>
        </p:txBody>
      </p:sp>
      <p:sp>
        <p:nvSpPr>
          <p:cNvPr id="4" name="Rectangle 3">
            <a:extLst>
              <a:ext uri="{FF2B5EF4-FFF2-40B4-BE49-F238E27FC236}">
                <a16:creationId xmlns:a16="http://schemas.microsoft.com/office/drawing/2014/main" id="{3B5F9D31-9015-4365-A982-821669B783D4}"/>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7889706E-C01D-4822-A5F8-44934081FC78}"/>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cache conserve une copie d’un résultat pour éviter de refaire un travail. La base reste la source de vérité du catalogue et des commandes. Le cache peut perdre une valeur ou fournir une ancienne valeur selon sa politique.</a:t>
            </a:r>
          </a:p>
        </p:txBody>
      </p:sp>
      <p:sp>
        <p:nvSpPr>
          <p:cNvPr id="6" name="Rectangle 5">
            <a:extLst>
              <a:ext uri="{FF2B5EF4-FFF2-40B4-BE49-F238E27FC236}">
                <a16:creationId xmlns:a16="http://schemas.microsoft.com/office/drawing/2014/main" id="{B260E37D-5809-41DD-9A3B-C270D6357E98}"/>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1DE5693C-5107-470B-BE09-D91F23C62010}"/>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La décision précise les clés, la portée, la durée de validité, l’invalidation et le comportement lors d’une panne. Une donnée dont la copie doit être parfaitement fraîche demande un protocole plus exigeant qu’un TTL arbitraire.</a:t>
            </a:r>
          </a:p>
        </p:txBody>
      </p:sp>
      <p:sp>
        <p:nvSpPr>
          <p:cNvPr id="8" name="Rectangle 7">
            <a:extLst>
              <a:ext uri="{FF2B5EF4-FFF2-40B4-BE49-F238E27FC236}">
                <a16:creationId xmlns:a16="http://schemas.microsoft.com/office/drawing/2014/main" id="{CB16A04A-B804-4361-945C-372F62F116D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859DA6E2-A377-4C4D-ACD3-E9E12F60302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Dans le cas : une fiche catalogue peut tolérer un court retard, la confirmation de stock garde son contrôle transactionnel.</a:t>
            </a:r>
          </a:p>
        </p:txBody>
      </p:sp>
      <p:sp>
        <p:nvSpPr>
          <p:cNvPr id="10" name="Rectangle 9">
            <a:extLst>
              <a:ext uri="{FF2B5EF4-FFF2-40B4-BE49-F238E27FC236}">
                <a16:creationId xmlns:a16="http://schemas.microsoft.com/office/drawing/2014/main" id="{9BE9911B-89CC-4EA4-8543-7D4D3467B25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3D3A1DA1-517B-41B1-A8D8-D70A44236D7F}"/>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23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208253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20" name="Image 1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6509CE1-3599-4CA8-8D80-2AEA1D5D637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29ACF082-0AF8-40F4-BE62-5827932CC25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Cache-aside</a:t>
            </a:r>
          </a:p>
        </p:txBody>
      </p:sp>
      <p:sp>
        <p:nvSpPr>
          <p:cNvPr id="4" name="Rectangle 3">
            <a:extLst>
              <a:ext uri="{FF2B5EF4-FFF2-40B4-BE49-F238E27FC236}">
                <a16:creationId xmlns:a16="http://schemas.microsoft.com/office/drawing/2014/main" id="{F8C07F09-C09D-4F10-9031-BAB88AB0E93C}"/>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En cache-aside, l’application consulte le cache. En cas de hit, elle retourne la copie. En cas de miss, elle lit la source puis alimente le cache avant de répondre. L’application porte cette logique.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Le chemin d’écriture doit actualiser ou invalider les copies concernées. Le pattern n’ajoute pas automatiquement de cohérence entre Redis et PostgreSQL. Une erreur Redis ne doit pas transformer une valeur de base valide en réponse inventée.</a:t>
            </a:r>
          </a:p>
        </p:txBody>
      </p:sp>
      <p:sp>
        <p:nvSpPr>
          <p:cNvPr id="5" name="Rectangle : coins arrondis 4">
            <a:extLst>
              <a:ext uri="{FF2B5EF4-FFF2-40B4-BE49-F238E27FC236}">
                <a16:creationId xmlns:a16="http://schemas.microsoft.com/office/drawing/2014/main" id="{A9C77A71-3B0B-4B1E-835E-E19A7FEAE0CD}"/>
              </a:ext>
            </a:extLst>
          </p:cNvPr>
          <p:cNvSpPr>
            <a:spLocks noGrp="1"/>
          </p:cNvSpPr>
          <p:nvPr/>
        </p:nvSpPr>
        <p:spPr>
          <a:xfrm>
            <a:off x="7524750"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API</a:t>
            </a:r>
          </a:p>
          <a:p>
            <a:pPr algn="ctr">
              <a:defRPr sz="1875" b="1">
                <a:solidFill>
                  <a:srgbClr val="FFFFFF"/>
                </a:solidFill>
                <a:latin typeface="Aptos"/>
                <a:ea typeface="Aptos"/>
                <a:cs typeface="Aptos"/>
              </a:defRPr>
            </a:pPr>
            <a:r>
              <a:rPr sz="1875" b="1">
                <a:solidFill>
                  <a:srgbClr val="FFFFFF"/>
                </a:solidFill>
                <a:latin typeface="Aptos"/>
                <a:ea typeface="Aptos"/>
                <a:cs typeface="Aptos"/>
              </a:rPr>
              <a:t>GET fiche</a:t>
            </a:r>
          </a:p>
        </p:txBody>
      </p:sp>
      <p:sp>
        <p:nvSpPr>
          <p:cNvPr id="6" name="Rectangle : coins arrondis 5">
            <a:extLst>
              <a:ext uri="{FF2B5EF4-FFF2-40B4-BE49-F238E27FC236}">
                <a16:creationId xmlns:a16="http://schemas.microsoft.com/office/drawing/2014/main" id="{42E39117-72AF-46F2-92DA-7A314D6CBF26}"/>
              </a:ext>
            </a:extLst>
          </p:cNvPr>
          <p:cNvSpPr>
            <a:spLocks noGrp="1"/>
          </p:cNvSpPr>
          <p:nvPr/>
        </p:nvSpPr>
        <p:spPr>
          <a:xfrm>
            <a:off x="11557635"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Redis</a:t>
            </a:r>
          </a:p>
          <a:p>
            <a:pPr algn="ctr">
              <a:defRPr sz="1875" b="1">
                <a:solidFill>
                  <a:srgbClr val="FFFFFF"/>
                </a:solidFill>
                <a:latin typeface="Aptos"/>
                <a:ea typeface="Aptos"/>
                <a:cs typeface="Aptos"/>
              </a:defRPr>
            </a:pPr>
            <a:r>
              <a:rPr sz="1875" b="1">
                <a:solidFill>
                  <a:srgbClr val="FFFFFF"/>
                </a:solidFill>
                <a:latin typeface="Aptos"/>
                <a:ea typeface="Aptos"/>
                <a:cs typeface="Aptos"/>
              </a:rPr>
              <a:t>hit ou miss</a:t>
            </a:r>
          </a:p>
        </p:txBody>
      </p:sp>
      <p:sp>
        <p:nvSpPr>
          <p:cNvPr id="7" name="Rectangle : coins arrondis 6">
            <a:extLst>
              <a:ext uri="{FF2B5EF4-FFF2-40B4-BE49-F238E27FC236}">
                <a16:creationId xmlns:a16="http://schemas.microsoft.com/office/drawing/2014/main" id="{59A761A8-F80F-443C-B4C0-FF0290028601}"/>
              </a:ext>
            </a:extLst>
          </p:cNvPr>
          <p:cNvSpPr>
            <a:spLocks noGrp="1"/>
          </p:cNvSpPr>
          <p:nvPr/>
        </p:nvSpPr>
        <p:spPr>
          <a:xfrm>
            <a:off x="11557635"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PostgreSQL</a:t>
            </a:r>
          </a:p>
          <a:p>
            <a:pPr algn="ctr">
              <a:defRPr sz="1875" b="1">
                <a:solidFill>
                  <a:srgbClr val="FFFFFF"/>
                </a:solidFill>
                <a:latin typeface="Aptos"/>
                <a:ea typeface="Aptos"/>
                <a:cs typeface="Aptos"/>
              </a:defRPr>
            </a:pPr>
            <a:r>
              <a:rPr sz="1875" b="1">
                <a:solidFill>
                  <a:srgbClr val="FFFFFF"/>
                </a:solidFill>
                <a:latin typeface="Aptos"/>
                <a:ea typeface="Aptos"/>
                <a:cs typeface="Aptos"/>
              </a:rPr>
              <a:t>lecture sur miss</a:t>
            </a:r>
          </a:p>
        </p:txBody>
      </p:sp>
      <p:sp>
        <p:nvSpPr>
          <p:cNvPr id="8" name="Rectangle : coins arrondis 7">
            <a:extLst>
              <a:ext uri="{FF2B5EF4-FFF2-40B4-BE49-F238E27FC236}">
                <a16:creationId xmlns:a16="http://schemas.microsoft.com/office/drawing/2014/main" id="{DED283DA-7861-43B5-82CA-E5897DCE3F86}"/>
              </a:ext>
            </a:extLst>
          </p:cNvPr>
          <p:cNvSpPr>
            <a:spLocks noGrp="1"/>
          </p:cNvSpPr>
          <p:nvPr/>
        </p:nvSpPr>
        <p:spPr>
          <a:xfrm>
            <a:off x="7524750"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Redis</a:t>
            </a:r>
          </a:p>
          <a:p>
            <a:pPr algn="ctr">
              <a:defRPr sz="1875" b="1">
                <a:solidFill>
                  <a:srgbClr val="FFFFFF"/>
                </a:solidFill>
                <a:latin typeface="Aptos"/>
                <a:ea typeface="Aptos"/>
                <a:cs typeface="Aptos"/>
              </a:defRPr>
            </a:pPr>
            <a:r>
              <a:rPr sz="1875" b="1">
                <a:solidFill>
                  <a:srgbClr val="FFFFFF"/>
                </a:solidFill>
                <a:latin typeface="Aptos"/>
                <a:ea typeface="Aptos"/>
                <a:cs typeface="Aptos"/>
              </a:rPr>
              <a:t>SET avec TTL</a:t>
            </a:r>
          </a:p>
        </p:txBody>
      </p:sp>
      <p:sp>
        <p:nvSpPr>
          <p:cNvPr id="9" name="Flèche : droite 8">
            <a:extLst>
              <a:ext uri="{FF2B5EF4-FFF2-40B4-BE49-F238E27FC236}">
                <a16:creationId xmlns:a16="http://schemas.microsoft.com/office/drawing/2014/main" id="{EF5A902C-0453-42D8-A71A-A9CBBADAAEA6}"/>
              </a:ext>
            </a:extLst>
          </p:cNvPr>
          <p:cNvSpPr>
            <a:spLocks noGrp="1"/>
          </p:cNvSpPr>
          <p:nvPr/>
        </p:nvSpPr>
        <p:spPr>
          <a:xfrm>
            <a:off x="10502265" y="2657475"/>
            <a:ext cx="998220" cy="114300"/>
          </a:xfrm>
          <a:prstGeom prst="rightArrow">
            <a:avLst/>
          </a:prstGeom>
          <a:solidFill>
            <a:srgbClr val="69E0E3"/>
          </a:solidFill>
          <a:ln w="0">
            <a:noFill/>
          </a:ln>
        </p:spPr>
        <p:txBody>
          <a:bodyPr/>
          <a:lstStyle/>
          <a:p>
            <a:endParaRPr lang="fr-FR"/>
          </a:p>
        </p:txBody>
      </p:sp>
      <p:sp>
        <p:nvSpPr>
          <p:cNvPr id="10" name="Rectangle 9">
            <a:extLst>
              <a:ext uri="{FF2B5EF4-FFF2-40B4-BE49-F238E27FC236}">
                <a16:creationId xmlns:a16="http://schemas.microsoft.com/office/drawing/2014/main" id="{F1760A7C-2163-4A05-9D6C-7BD96D1EA90A}"/>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GET</a:t>
            </a:r>
          </a:p>
        </p:txBody>
      </p:sp>
      <p:sp>
        <p:nvSpPr>
          <p:cNvPr id="11" name="Flèche : droite 10">
            <a:extLst>
              <a:ext uri="{FF2B5EF4-FFF2-40B4-BE49-F238E27FC236}">
                <a16:creationId xmlns:a16="http://schemas.microsoft.com/office/drawing/2014/main" id="{1A62703D-1B37-45AC-B821-5A00063CE01C}"/>
              </a:ext>
            </a:extLst>
          </p:cNvPr>
          <p:cNvSpPr>
            <a:spLocks noGrp="1"/>
          </p:cNvSpPr>
          <p:nvPr/>
        </p:nvSpPr>
        <p:spPr>
          <a:xfrm rot="5400000">
            <a:off x="12708255" y="3500438"/>
            <a:ext cx="619125" cy="114300"/>
          </a:xfrm>
          <a:prstGeom prst="rightArrow">
            <a:avLst/>
          </a:prstGeom>
          <a:solidFill>
            <a:srgbClr val="69E0E3"/>
          </a:solidFill>
          <a:ln w="0">
            <a:noFill/>
          </a:ln>
        </p:spPr>
        <p:txBody>
          <a:bodyPr/>
          <a:lstStyle/>
          <a:p>
            <a:endParaRPr lang="fr-FR"/>
          </a:p>
        </p:txBody>
      </p:sp>
      <p:sp>
        <p:nvSpPr>
          <p:cNvPr id="12" name="Rectangle 11">
            <a:extLst>
              <a:ext uri="{FF2B5EF4-FFF2-40B4-BE49-F238E27FC236}">
                <a16:creationId xmlns:a16="http://schemas.microsoft.com/office/drawing/2014/main" id="{516D7993-D8D0-4F18-ABF2-A29EF23056EE}"/>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miss</a:t>
            </a:r>
          </a:p>
        </p:txBody>
      </p:sp>
      <p:sp>
        <p:nvSpPr>
          <p:cNvPr id="13" name="Flèche : droite 12">
            <a:extLst>
              <a:ext uri="{FF2B5EF4-FFF2-40B4-BE49-F238E27FC236}">
                <a16:creationId xmlns:a16="http://schemas.microsoft.com/office/drawing/2014/main" id="{7C3ACF04-82E6-4122-8D8A-AF021DB7164B}"/>
              </a:ext>
            </a:extLst>
          </p:cNvPr>
          <p:cNvSpPr>
            <a:spLocks noGrp="1"/>
          </p:cNvSpPr>
          <p:nvPr/>
        </p:nvSpPr>
        <p:spPr>
          <a:xfrm rot="10800000">
            <a:off x="10502265" y="4343400"/>
            <a:ext cx="998220" cy="114300"/>
          </a:xfrm>
          <a:prstGeom prst="rightArrow">
            <a:avLst/>
          </a:prstGeom>
          <a:solidFill>
            <a:srgbClr val="69E0E3"/>
          </a:solidFill>
          <a:ln w="0">
            <a:noFill/>
          </a:ln>
        </p:spPr>
        <p:txBody>
          <a:bodyPr/>
          <a:lstStyle/>
          <a:p>
            <a:endParaRPr lang="fr-FR"/>
          </a:p>
        </p:txBody>
      </p:sp>
      <p:sp>
        <p:nvSpPr>
          <p:cNvPr id="14" name="Rectangle 13">
            <a:extLst>
              <a:ext uri="{FF2B5EF4-FFF2-40B4-BE49-F238E27FC236}">
                <a16:creationId xmlns:a16="http://schemas.microsoft.com/office/drawing/2014/main" id="{DF5AFD2A-9036-4B59-9549-A243D827E7E4}"/>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copie</a:t>
            </a:r>
          </a:p>
        </p:txBody>
      </p:sp>
      <p:sp>
        <p:nvSpPr>
          <p:cNvPr id="15" name="Rectangle 14">
            <a:extLst>
              <a:ext uri="{FF2B5EF4-FFF2-40B4-BE49-F238E27FC236}">
                <a16:creationId xmlns:a16="http://schemas.microsoft.com/office/drawing/2014/main" id="{847C00E9-6355-4F93-B163-0B41FA5D9688}"/>
              </a:ext>
            </a:extLst>
          </p:cNvPr>
          <p:cNvSpPr>
            <a:spLocks noGrp="1"/>
          </p:cNvSpPr>
          <p:nvPr/>
        </p:nvSpPr>
        <p:spPr>
          <a:xfrm>
            <a:off x="7524750" y="5924550"/>
            <a:ext cx="6953250" cy="609600"/>
          </a:xfrm>
          <a:prstGeom prst="rect">
            <a:avLst/>
          </a:prstGeom>
          <a:noFill/>
          <a:ln w="0">
            <a:noFill/>
          </a:ln>
        </p:spPr>
        <p:txBody>
          <a:bodyPr>
            <a:noAutofit/>
          </a:bodyPr>
          <a:lstStyle/>
          <a:p>
            <a:pPr>
              <a:defRPr sz="1575" b="0">
                <a:solidFill>
                  <a:srgbClr val="BBD5DB"/>
                </a:solidFill>
                <a:latin typeface="Aptos"/>
                <a:ea typeface="Aptos"/>
                <a:cs typeface="Aptos"/>
              </a:defRPr>
            </a:pPr>
            <a:r>
              <a:rPr sz="1575" b="0">
                <a:solidFill>
                  <a:srgbClr val="BBD5DB"/>
                </a:solidFill>
                <a:latin typeface="Aptos"/>
                <a:ea typeface="Aptos"/>
                <a:cs typeface="Aptos"/>
              </a:rPr>
              <a:t>Sur hit, l’API retourne la valeur Redis.</a:t>
            </a:r>
          </a:p>
        </p:txBody>
      </p:sp>
      <p:sp>
        <p:nvSpPr>
          <p:cNvPr id="16" name="Rectangle 15">
            <a:extLst>
              <a:ext uri="{FF2B5EF4-FFF2-40B4-BE49-F238E27FC236}">
                <a16:creationId xmlns:a16="http://schemas.microsoft.com/office/drawing/2014/main" id="{1DC7A355-FA5C-4F49-8946-BF129AA2BD2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7" name="Rectangle 16">
            <a:extLst>
              <a:ext uri="{FF2B5EF4-FFF2-40B4-BE49-F238E27FC236}">
                <a16:creationId xmlns:a16="http://schemas.microsoft.com/office/drawing/2014/main" id="{72340739-E92E-4D6C-8B3A-C1796057DA0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cache est une optimisation observable avec une stratégie de repli.</a:t>
            </a:r>
          </a:p>
        </p:txBody>
      </p:sp>
      <p:sp>
        <p:nvSpPr>
          <p:cNvPr id="18" name="Rectangle 17">
            <a:extLst>
              <a:ext uri="{FF2B5EF4-FFF2-40B4-BE49-F238E27FC236}">
                <a16:creationId xmlns:a16="http://schemas.microsoft.com/office/drawing/2014/main" id="{521F5C05-4CEB-474D-80C9-5E7C388BD06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9" name="Rectangle 18">
            <a:extLst>
              <a:ext uri="{FF2B5EF4-FFF2-40B4-BE49-F238E27FC236}">
                <a16:creationId xmlns:a16="http://schemas.microsoft.com/office/drawing/2014/main" id="{DF276DE7-8607-40BD-95CA-D6AEEC622AA3}"/>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24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219241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E29E1E29-8174-4D30-862C-6BE7AA9E316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D021D577-C5A6-45DD-B365-7A64C2EBCE4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Read-through</a:t>
            </a:r>
          </a:p>
        </p:txBody>
      </p:sp>
      <p:sp>
        <p:nvSpPr>
          <p:cNvPr id="4" name="Rectangle 3">
            <a:extLst>
              <a:ext uri="{FF2B5EF4-FFF2-40B4-BE49-F238E27FC236}">
                <a16:creationId xmlns:a16="http://schemas.microsoft.com/office/drawing/2014/main" id="{37DB7854-B8C2-43EC-A411-AA710F7F2E1F}"/>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C4DADFCA-E50A-4132-81B3-7102B89167CE}"/>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lang="fr-FR" sz="2325" b="0">
                <a:solidFill>
                  <a:srgbClr val="173044"/>
                </a:solidFill>
                <a:latin typeface="Aptos"/>
                <a:ea typeface="Aptos"/>
                <a:cs typeface="Aptos"/>
              </a:rPr>
              <a:t>Read-through (« lecture à travers ») : l’API demande une fiche à une couche de cache, sans interroger elle-même PostgreSQL. Si la clé est présente (hit), cette couche renvoie la copie. Sinon (miss), elle charge la fiche depuis PostgreSQL, la place dans Redis avec une durée de vie (TTL), puis la renvoie. Les lectures suivantes peuvent utiliser cette copie.</a:t>
            </a:r>
            <a:endParaRPr sz="2325"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9AECF3CA-C652-4AC6-8ED7-D993FD389381}"/>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E7C6C4DE-8DB8-4524-B5D7-8D57DD9A3F1A}"/>
              </a:ext>
            </a:extLst>
          </p:cNvPr>
          <p:cNvSpPr>
            <a:spLocks noGrp="1"/>
          </p:cNvSpPr>
          <p:nvPr/>
        </p:nvSpPr>
        <p:spPr>
          <a:xfrm>
            <a:off x="8096250" y="2571750"/>
            <a:ext cx="6381750" cy="3524250"/>
          </a:xfrm>
          <a:prstGeom prst="rect">
            <a:avLst/>
          </a:prstGeom>
          <a:noFill/>
          <a:ln w="0">
            <a:noFill/>
          </a:ln>
        </p:spPr>
        <p:txBody>
          <a:bodyPr lIns="91440" tIns="45720" rIns="91440" bIns="45720" anchor="t">
            <a:noAutofit/>
          </a:bodyPr>
          <a:lstStyle/>
          <a:p>
            <a:pPr>
              <a:defRPr sz="2325" b="0">
                <a:solidFill>
                  <a:srgbClr val="173044"/>
                </a:solidFill>
                <a:latin typeface="Aptos"/>
                <a:ea typeface="Aptos"/>
                <a:cs typeface="Aptos"/>
              </a:defRPr>
            </a:pPr>
            <a:r>
              <a:rPr lang="fr-FR" sz="2300" b="0" dirty="0">
                <a:solidFill>
                  <a:srgbClr val="173044"/>
                </a:solidFill>
                <a:latin typeface="Aptos"/>
                <a:ea typeface="Aptos"/>
                <a:cs typeface="Aptos"/>
              </a:rPr>
              <a:t>Exemple : GET /fiches/42 passe par un composant de cache. Redis stocke la copie, mais un simple GET Redis ne sait pas interroger PostgreSQL : le composant doit le faire sur miss. Contrairement au cache-</a:t>
            </a:r>
            <a:r>
              <a:rPr lang="fr-FR" sz="2300" b="0" dirty="0" err="1">
                <a:solidFill>
                  <a:srgbClr val="173044"/>
                </a:solidFill>
                <a:latin typeface="Aptos"/>
                <a:ea typeface="Aptos"/>
                <a:cs typeface="Aptos"/>
              </a:rPr>
              <a:t>aside</a:t>
            </a:r>
            <a:r>
              <a:rPr lang="fr-FR" sz="2300" b="0" dirty="0">
                <a:solidFill>
                  <a:srgbClr val="173044"/>
                </a:solidFill>
                <a:latin typeface="Aptos"/>
                <a:ea typeface="Aptos"/>
                <a:cs typeface="Aptos"/>
              </a:rPr>
              <a:t> </a:t>
            </a:r>
            <a:r>
              <a:rPr lang="fr-FR" sz="2300" dirty="0">
                <a:solidFill>
                  <a:srgbClr val="173044"/>
                </a:solidFill>
                <a:latin typeface="Aptos"/>
                <a:ea typeface="Aptos"/>
                <a:cs typeface="Aptos"/>
              </a:rPr>
              <a:t>,</a:t>
            </a:r>
            <a:r>
              <a:rPr lang="fr-FR" sz="2300" b="0" dirty="0">
                <a:solidFill>
                  <a:srgbClr val="173044"/>
                </a:solidFill>
                <a:latin typeface="Aptos"/>
                <a:ea typeface="Aptos"/>
                <a:cs typeface="Aptos"/>
              </a:rPr>
              <a:t> c’est ce composant, et non l’API, qui porte ce repli. Il faut encore décider quand expirer ou invalider la copie après une écriture.</a:t>
            </a:r>
            <a:endParaRPr sz="2300" b="0" dirty="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BD6BA6FC-ED4B-41F5-9F08-C595C33C9448}"/>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123BFA42-F415-4557-A8DF-74A08D780C67}"/>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À retenir : read-through désigne qui gère le miss ; Redis stocke le cache, mais ne charge pas PostgreSQL automatiquement.</a:t>
            </a:r>
            <a:endParaRPr sz="1875" b="0">
              <a:solidFill>
                <a:srgbClr val="173044"/>
              </a:solidFill>
              <a:latin typeface="Aptos"/>
              <a:ea typeface="Aptos"/>
              <a:cs typeface="Aptos"/>
            </a:endParaRPr>
          </a:p>
        </p:txBody>
      </p:sp>
      <p:sp>
        <p:nvSpPr>
          <p:cNvPr id="10" name="Rectangle 9">
            <a:extLst>
              <a:ext uri="{FF2B5EF4-FFF2-40B4-BE49-F238E27FC236}">
                <a16:creationId xmlns:a16="http://schemas.microsoft.com/office/drawing/2014/main" id="{0039117C-BDC8-4105-BE32-75FC8417FB1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9AF26C1A-3367-4166-A236-BE5D6C8687F2}"/>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25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951747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10E4FB6-C034-4834-BC70-8B8858149AE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47DA70EF-9DA0-4AE4-BC7F-C4B84934F7F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Des clés de cache sans ambiguïté</a:t>
            </a:r>
          </a:p>
        </p:txBody>
      </p:sp>
      <p:sp>
        <p:nvSpPr>
          <p:cNvPr id="4" name="Rectangle 3">
            <a:extLst>
              <a:ext uri="{FF2B5EF4-FFF2-40B4-BE49-F238E27FC236}">
                <a16:creationId xmlns:a16="http://schemas.microsoft.com/office/drawing/2014/main" id="{286891A7-412F-49FE-B61E-C816709A46ED}"/>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Une clé décrit la ressource et sa représentation. produit:v1:42 peut désigner une fiche publique. Une réponse dépendante du tenant, de la langue ou des droits exige un périmètre correspondant.</a:t>
            </a:r>
          </a:p>
        </p:txBody>
      </p:sp>
      <p:sp>
        <p:nvSpPr>
          <p:cNvPr id="5" name="Rectangle 4">
            <a:extLst>
              <a:ext uri="{FF2B5EF4-FFF2-40B4-BE49-F238E27FC236}">
                <a16:creationId xmlns:a16="http://schemas.microsoft.com/office/drawing/2014/main" id="{5CF8C7D3-5801-43B2-B306-ED72DFF9F8EA}"/>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Une clé insuffisante peut faire servir à un utilisateur la réponse d’un autre. Des filtres différents ne doivent pas partager une clé par accident. Une version de format facilite une évolution compatible des valeurs stockées.</a:t>
            </a:r>
          </a:p>
        </p:txBody>
      </p:sp>
      <p:sp>
        <p:nvSpPr>
          <p:cNvPr id="6" name="Rectangle 5">
            <a:extLst>
              <a:ext uri="{FF2B5EF4-FFF2-40B4-BE49-F238E27FC236}">
                <a16:creationId xmlns:a16="http://schemas.microsoft.com/office/drawing/2014/main" id="{821D3C6E-536A-4211-897C-2A89BC185A05}"/>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8F0E96EB-CF0A-4174-9FB7-5D0ACB4DDD1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cache de réponse privée conserve une portée privée. La lecture vérifie les droits applicables.</a:t>
            </a:r>
          </a:p>
        </p:txBody>
      </p:sp>
      <p:sp>
        <p:nvSpPr>
          <p:cNvPr id="8" name="Rectangle 7">
            <a:extLst>
              <a:ext uri="{FF2B5EF4-FFF2-40B4-BE49-F238E27FC236}">
                <a16:creationId xmlns:a16="http://schemas.microsoft.com/office/drawing/2014/main" id="{07EB8502-70C1-4551-82D7-54103EFF8FEE}"/>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E95DA805-4DD4-4BDA-8A40-EDC9B642B42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26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204569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DDF9CDC-166C-4173-9259-B4ECC15BE25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2289FBAF-6141-4D5F-9AE6-A0B2E921B16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TTL et expiration</a:t>
            </a:r>
          </a:p>
        </p:txBody>
      </p:sp>
      <p:sp>
        <p:nvSpPr>
          <p:cNvPr id="4" name="Rectangle 3">
            <a:extLst>
              <a:ext uri="{FF2B5EF4-FFF2-40B4-BE49-F238E27FC236}">
                <a16:creationId xmlns:a16="http://schemas.microsoft.com/office/drawing/2014/main" id="{A9325EB2-D045-48C1-BCA2-0F770AE8D381}"/>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TTL définit combien de temps une clé peut rester avant son expiration. SET avec EX associe une écriture et une expiration. Un TTL court limite certaines anciennes copies mais augmente les misses et la charge de reconstruction.</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La validité métier peut être plus stricte que le TTL. Après une modification du prix, l’application peut invalider immédiatement. Une clé peut aussi disparaître avant son TTL à cause d’une éviction.</a:t>
            </a:r>
          </a:p>
        </p:txBody>
      </p:sp>
      <p:sp>
        <p:nvSpPr>
          <p:cNvPr id="5" name="Rectangle 4">
            <a:extLst>
              <a:ext uri="{FF2B5EF4-FFF2-40B4-BE49-F238E27FC236}">
                <a16:creationId xmlns:a16="http://schemas.microsoft.com/office/drawing/2014/main" id="{9CA8BDB4-7941-4266-BE8B-EBABFDAA8683}"/>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F422E396-8AEC-4D68-99E6-8CEB70535D01}"/>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SET produit:v1:42 '{"id":42,"prix":19.90}' EX 60</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GET produit:v1:42</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TTL produit:v1:42</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DEL produit:v1:42</a:t>
            </a:r>
          </a:p>
          <a:p>
            <a:endParaRPr sz="1800" b="0">
              <a:solidFill>
                <a:srgbClr val="173044"/>
              </a:solidFill>
              <a:latin typeface="Consolas"/>
              <a:ea typeface="Consolas"/>
              <a:cs typeface="Consolas"/>
            </a:endParaRP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EX exprime des secondes.</a:t>
            </a:r>
          </a:p>
        </p:txBody>
      </p:sp>
      <p:sp>
        <p:nvSpPr>
          <p:cNvPr id="7" name="Rectangle 6">
            <a:extLst>
              <a:ext uri="{FF2B5EF4-FFF2-40B4-BE49-F238E27FC236}">
                <a16:creationId xmlns:a16="http://schemas.microsoft.com/office/drawing/2014/main" id="{B0239426-70EF-4A91-99C3-7CDB96A23AE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1645A4C0-D865-41E4-A925-A9F5F44E87F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Exemple Redis autonome. La fiche est une valeur JSON sérialisée.</a:t>
            </a:r>
          </a:p>
        </p:txBody>
      </p:sp>
      <p:sp>
        <p:nvSpPr>
          <p:cNvPr id="9" name="Rectangle 8">
            <a:extLst>
              <a:ext uri="{FF2B5EF4-FFF2-40B4-BE49-F238E27FC236}">
                <a16:creationId xmlns:a16="http://schemas.microsoft.com/office/drawing/2014/main" id="{BE4A413F-ECC3-4F8B-B095-D2BC6EFEA81E}"/>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7C412D72-34BA-4EBF-BB49-707AD6AB277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27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852201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27C733F-8FC9-40BA-AECC-631CAF8CF1A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1FB85708-5558-4D94-83D0-90FEA2CA379D}"/>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Expiration et éviction</a:t>
            </a:r>
          </a:p>
        </p:txBody>
      </p:sp>
      <p:sp>
        <p:nvSpPr>
          <p:cNvPr id="4" name="Rectangle 3">
            <a:extLst>
              <a:ext uri="{FF2B5EF4-FFF2-40B4-BE49-F238E27FC236}">
                <a16:creationId xmlns:a16="http://schemas.microsoft.com/office/drawing/2014/main" id="{A2902CD9-458F-4A9F-86BB-E2B2F1D5839D}"/>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L’expiration supprime une clé quand son TTL arrive à terme. L’éviction retire des clés quand Redis atteint sa limite de mémoire (maxmemory). Ces deux causes produisent un miss, mais ne répondent pas à la même règle.
Ce sont des politiques Redis, pas des paramètres PostgreSQL. « allkeys » : toutes les clés sont candidates, même sans TTL. « lru » évince en priorité les clés les moins récemment utilisées ; « lfu » celles utilisées le moins souvent (fréquence estimée). La politique se règle via maxmemory-policy.</a:t>
            </a:r>
            <a:endParaRPr sz="2025" b="0">
              <a:solidFill>
                <a:srgbClr val="173044"/>
              </a:solidFill>
              <a:latin typeface="Aptos"/>
              <a:ea typeface="Aptos"/>
              <a:cs typeface="Aptos"/>
            </a:endParaRPr>
          </a:p>
        </p:txBody>
      </p:sp>
      <p:graphicFrame>
        <p:nvGraphicFramePr>
          <p:cNvPr id="14" name="Tableau 13"/>
          <p:cNvGraphicFramePr/>
          <p:nvPr/>
        </p:nvGraphicFramePr>
        <p:xfrm>
          <a:off x="7334250" y="2381250"/>
          <a:ext cx="7239000" cy="37147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742950">
                <a:tc>
                  <a:txBody>
                    <a:bodyPr/>
                    <a:lstStyle/>
                    <a:p>
                      <a:r>
                        <a:rPr sz="1800" b="1">
                          <a:solidFill>
                            <a:srgbClr val="FFFFFF"/>
                          </a:solidFill>
                          <a:latin typeface="Aptos"/>
                          <a:ea typeface="Aptos"/>
                          <a:cs typeface="Aptos"/>
                        </a:rPr>
                        <a:t>Mécanisme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Déclencheur</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Expiration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TTL atteint</a:t>
                      </a: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Éviction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Limite mémoire</a:t>
                      </a:r>
                    </a:p>
                  </a:txBody>
                  <a:tcPr marL="142875" marR="142875" marT="114300" marB="114300" anchor="ctr">
                    <a:solidFill>
                      <a:srgbClr val="F2DEC6"/>
                    </a:solidFill>
                  </a:tcPr>
                </a:tc>
                <a:extLst>
                  <a:ext uri="{0D108BD9-81ED-4DB2-BD59-A6C34878D82A}">
                    <a16:rowId xmlns:a16="http://schemas.microsoft.com/office/drawing/2014/main" val="10002"/>
                  </a:ext>
                </a:extLst>
              </a:tr>
              <a:tr h="742950">
                <a:tc>
                  <a:txBody>
                    <a:bodyPr/>
                    <a:lstStyle/>
                    <a:p>
                      <a:r>
                        <a:rPr sz="1800">
                          <a:solidFill>
                            <a:srgbClr val="173044"/>
                          </a:solidFill>
                          <a:latin typeface="Aptos"/>
                          <a:ea typeface="Aptos"/>
                          <a:cs typeface="Aptos"/>
                        </a:rPr>
                        <a:t>Invalidation métier</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Modification de la source</a:t>
                      </a:r>
                    </a:p>
                  </a:txBody>
                  <a:tcPr marL="142875" marR="142875" marT="114300" marB="114300" anchor="ctr">
                    <a:solidFill>
                      <a:srgbClr val="F2DEC6"/>
                    </a:solidFill>
                  </a:tcPr>
                </a:tc>
                <a:extLst>
                  <a:ext uri="{0D108BD9-81ED-4DB2-BD59-A6C34878D82A}">
                    <a16:rowId xmlns:a16="http://schemas.microsoft.com/office/drawing/2014/main" val="10003"/>
                  </a:ext>
                </a:extLst>
              </a:tr>
              <a:tr h="742950">
                <a:tc>
                  <a:txBody>
                    <a:bodyPr/>
                    <a:lstStyle/>
                    <a:p>
                      <a:r>
                        <a:rPr sz="1800">
                          <a:solidFill>
                            <a:srgbClr val="173044"/>
                          </a:solidFill>
                          <a:latin typeface="Aptos"/>
                          <a:ea typeface="Aptos"/>
                          <a:cs typeface="Aptos"/>
                        </a:rPr>
                        <a:t>Suppression manuelle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Action explicite</a:t>
                      </a:r>
                    </a:p>
                  </a:txBody>
                  <a:tcPr marL="142875" marR="142875" marT="114300" marB="114300" anchor="ctr">
                    <a:solidFill>
                      <a:srgbClr val="F2DEC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CFDB4DAE-4A09-4F1F-B955-F5E9DD9CA22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C467DEE9-AFD8-4201-847C-97FE6A27B0F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En cache Redis, choisir LRU ou LFU selon les accès ; ne pas évincer des données non reconstructibles.</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2CD098C9-8697-4B96-8C43-4703B43DC08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AC122F25-7739-4E18-994C-068655D0C52C}"/>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28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417374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25D0ABF-E0ED-4B7B-AB8C-00509DA2075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AACE2AF5-F2E2-41A4-8F96-E927712C040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Invalidation après une écriture</a:t>
            </a:r>
          </a:p>
        </p:txBody>
      </p:sp>
      <p:sp>
        <p:nvSpPr>
          <p:cNvPr id="4" name="Rectangle 3">
            <a:extLst>
              <a:ext uri="{FF2B5EF4-FFF2-40B4-BE49-F238E27FC236}">
                <a16:creationId xmlns:a16="http://schemas.microsoft.com/office/drawing/2014/main" id="{0C73A8F3-722F-4B10-9118-647BA6B09B47}"/>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Exemple : le prix d’une fiche passe de 10 à 12 €. L’application valide d’abord 12 € dans PostgreSQL, puis supprime sa clé dans Redis (DEL). À la prochaine lecture, le miss déclenche une lecture de la base et recrée la copie en cache avec un TTL.
Si DEL échoue après l’écriture SQL, Redis peut encore renvoyer 10 € : les deux systèmes ne forment pas une transaction commune. Il faut détecter cet échec et réessayer l’invalidation, par exemple via une outbox. Le TTL borne la durée possible d’une copie périmée, sans garantir une fraîcheur immédiate.</a:t>
            </a:r>
            <a:endParaRPr sz="2025" b="0">
              <a:solidFill>
                <a:srgbClr val="173044"/>
              </a:solidFill>
              <a:latin typeface="Aptos"/>
              <a:ea typeface="Aptos"/>
              <a:cs typeface="Aptos"/>
            </a:endParaRPr>
          </a:p>
        </p:txBody>
      </p:sp>
      <p:graphicFrame>
        <p:nvGraphicFramePr>
          <p:cNvPr id="14" name="Tableau 13"/>
          <p:cNvGraphicFramePr/>
          <p:nvPr/>
        </p:nvGraphicFramePr>
        <p:xfrm>
          <a:off x="7334250" y="2381250"/>
          <a:ext cx="7239000" cy="2971800"/>
        </p:xfrm>
        <a:graphic>
          <a:graphicData uri="http://schemas.openxmlformats.org/drawingml/2006/table">
            <a:tbl>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742950">
                <a:tc>
                  <a:txBody>
                    <a:bodyPr/>
                    <a:lstStyle/>
                    <a:p>
                      <a:r>
                        <a:rPr sz="1800" b="1">
                          <a:solidFill>
                            <a:srgbClr val="FFFFFF"/>
                          </a:solidFill>
                          <a:latin typeface="Aptos"/>
                          <a:ea typeface="Aptos"/>
                          <a:cs typeface="Aptos"/>
                        </a:rPr>
                        <a:t>Étape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Action</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Risque</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1</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Valider PostgreSQL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Source mise à jour</a:t>
                      </a: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2</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Supprimer Redis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Échec possible</a:t>
                      </a:r>
                    </a:p>
                  </a:txBody>
                  <a:tcPr marL="142875" marR="142875" marT="114300" marB="114300" anchor="ctr">
                    <a:solidFill>
                      <a:srgbClr val="F2DEC6"/>
                    </a:solidFill>
                  </a:tcPr>
                </a:tc>
                <a:extLst>
                  <a:ext uri="{0D108BD9-81ED-4DB2-BD59-A6C34878D82A}">
                    <a16:rowId xmlns:a16="http://schemas.microsoft.com/office/drawing/2014/main" val="10002"/>
                  </a:ext>
                </a:extLst>
              </a:tr>
              <a:tr h="742950">
                <a:tc>
                  <a:txBody>
                    <a:bodyPr/>
                    <a:lstStyle/>
                    <a:p>
                      <a:r>
                        <a:rPr sz="1800">
                          <a:solidFill>
                            <a:srgbClr val="173044"/>
                          </a:solidFill>
                          <a:latin typeface="Aptos"/>
                          <a:ea typeface="Aptos"/>
                          <a:cs typeface="Aptos"/>
                        </a:rPr>
                        <a:t>3</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Recharger sur miss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Copie recréée</a:t>
                      </a:r>
                    </a:p>
                  </a:txBody>
                  <a:tcPr marL="142875" marR="142875" marT="114300" marB="114300" anchor="ctr">
                    <a:solidFill>
                      <a:srgbClr val="F2DEC6"/>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71B5C07C-C04E-4837-9C69-077C495F959E}"/>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9C87EF15-E97F-4C14-8D6E-793F9AA648C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prix affiché peut être temporairement ancien. Le prix validé pour une commande est contrôlé dans la source.</a:t>
            </a:r>
          </a:p>
        </p:txBody>
      </p:sp>
      <p:sp>
        <p:nvSpPr>
          <p:cNvPr id="8" name="Rectangle 7">
            <a:extLst>
              <a:ext uri="{FF2B5EF4-FFF2-40B4-BE49-F238E27FC236}">
                <a16:creationId xmlns:a16="http://schemas.microsoft.com/office/drawing/2014/main" id="{FE8C3856-1D00-428C-8FD9-10D78BAC34F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0F18AC98-C530-424B-BDB3-404210DA6A32}"/>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29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919442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20FAEC1-75AA-4DC0-93A1-E79621B9BD10}"/>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3147199E-3B99-49F5-9F34-E41D0A08B0D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Course entre lecture et invalidation</a:t>
            </a:r>
          </a:p>
        </p:txBody>
      </p:sp>
      <p:sp>
        <p:nvSpPr>
          <p:cNvPr id="4" name="Rectangle 3">
            <a:extLst>
              <a:ext uri="{FF2B5EF4-FFF2-40B4-BE49-F238E27FC236}">
                <a16:creationId xmlns:a16="http://schemas.microsoft.com/office/drawing/2014/main" id="{E38EA964-0BFA-49D5-B7D1-4BBB5D4E26BF}"/>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Une lecture peut manquer le cache, lire une ancienne valeur, puis attendre. Pendant ce temps, une écriture valide la nouvelle valeur et invalide la clé. La lecture initiale peut ensuite remettre l’ancienne copie dans Redis.</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Supprimer la clé après validation ne règle donc pas toutes les courses. Des versions, un protocole de chargement ou une invalidation rejouée peuvent réduire le risque. On choisit selon la fraîcheur exigée et la complexité acceptable.</a:t>
            </a:r>
          </a:p>
        </p:txBody>
      </p:sp>
      <p:graphicFrame>
        <p:nvGraphicFramePr>
          <p:cNvPr id="14" name="Tableau 13"/>
          <p:cNvGraphicFramePr/>
          <p:nvPr/>
        </p:nvGraphicFramePr>
        <p:xfrm>
          <a:off x="7334250" y="2381250"/>
          <a:ext cx="7239000" cy="3783330"/>
        </p:xfrm>
        <a:graphic>
          <a:graphicData uri="http://schemas.openxmlformats.org/drawingml/2006/table">
            <a:tbl>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742950">
                <a:tc>
                  <a:txBody>
                    <a:bodyPr/>
                    <a:lstStyle/>
                    <a:p>
                      <a:r>
                        <a:rPr sz="1800" b="1">
                          <a:solidFill>
                            <a:srgbClr val="FFFFFF"/>
                          </a:solidFill>
                          <a:latin typeface="Aptos"/>
                          <a:ea typeface="Aptos"/>
                          <a:cs typeface="Aptos"/>
                        </a:rPr>
                        <a:t>Instant</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Lecture A</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Écriture B</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t1</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Lit ancienne valeur</a:t>
                      </a:r>
                    </a:p>
                  </a:txBody>
                  <a:tcPr marL="142875" marR="142875" marT="114300" marB="114300" anchor="ctr">
                    <a:solidFill>
                      <a:srgbClr val="F2DEC6"/>
                    </a:solidFill>
                  </a:tcPr>
                </a:tc>
                <a:tc>
                  <a:txBody>
                    <a:bodyPr/>
                    <a:lstStyle/>
                    <a:p>
                      <a:endParaRP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t2</a:t>
                      </a:r>
                    </a:p>
                  </a:txBody>
                  <a:tcPr marL="142875" marR="142875" marT="114300" marB="114300" anchor="ctr">
                    <a:solidFill>
                      <a:srgbClr val="F2DEC6"/>
                    </a:solidFill>
                  </a:tcPr>
                </a:tc>
                <a:tc>
                  <a:txBody>
                    <a:bodyPr/>
                    <a:lstStyle/>
                    <a:p>
                      <a:endParaRPr/>
                    </a:p>
                  </a:txBody>
                  <a:tcPr marL="142875" marR="142875" marT="114300" marB="114300" anchor="ctr">
                    <a:solidFill>
                      <a:srgbClr val="F2DEC6"/>
                    </a:solidFill>
                  </a:tcPr>
                </a:tc>
                <a:tc>
                  <a:txBody>
                    <a:bodyPr/>
                    <a:lstStyle/>
                    <a:p>
                      <a:r>
                        <a:rPr sz="1800">
                          <a:solidFill>
                            <a:srgbClr val="173044"/>
                          </a:solidFill>
                          <a:latin typeface="Aptos"/>
                          <a:ea typeface="Aptos"/>
                          <a:cs typeface="Aptos"/>
                        </a:rPr>
                        <a:t>Valide nouvelle valeur</a:t>
                      </a:r>
                    </a:p>
                  </a:txBody>
                  <a:tcPr marL="142875" marR="142875" marT="114300" marB="114300" anchor="ctr">
                    <a:solidFill>
                      <a:srgbClr val="F2DEC6"/>
                    </a:solidFill>
                  </a:tcPr>
                </a:tc>
                <a:extLst>
                  <a:ext uri="{0D108BD9-81ED-4DB2-BD59-A6C34878D82A}">
                    <a16:rowId xmlns:a16="http://schemas.microsoft.com/office/drawing/2014/main" val="10002"/>
                  </a:ext>
                </a:extLst>
              </a:tr>
              <a:tr h="742950">
                <a:tc>
                  <a:txBody>
                    <a:bodyPr/>
                    <a:lstStyle/>
                    <a:p>
                      <a:r>
                        <a:rPr sz="1800">
                          <a:solidFill>
                            <a:srgbClr val="173044"/>
                          </a:solidFill>
                          <a:latin typeface="Aptos"/>
                          <a:ea typeface="Aptos"/>
                          <a:cs typeface="Aptos"/>
                        </a:rPr>
                        <a:t>t3</a:t>
                      </a:r>
                    </a:p>
                  </a:txBody>
                  <a:tcPr marL="142875" marR="142875" marT="114300" marB="114300" anchor="ctr">
                    <a:solidFill>
                      <a:srgbClr val="F2DEC6"/>
                    </a:solidFill>
                  </a:tcPr>
                </a:tc>
                <a:tc>
                  <a:txBody>
                    <a:bodyPr/>
                    <a:lstStyle/>
                    <a:p>
                      <a:endParaRPr/>
                    </a:p>
                  </a:txBody>
                  <a:tcPr marL="142875" marR="142875" marT="114300" marB="114300" anchor="ctr">
                    <a:solidFill>
                      <a:srgbClr val="F2DEC6"/>
                    </a:solidFill>
                  </a:tcPr>
                </a:tc>
                <a:tc>
                  <a:txBody>
                    <a:bodyPr/>
                    <a:lstStyle/>
                    <a:p>
                      <a:r>
                        <a:rPr sz="1800">
                          <a:solidFill>
                            <a:srgbClr val="173044"/>
                          </a:solidFill>
                          <a:latin typeface="Aptos"/>
                          <a:ea typeface="Aptos"/>
                          <a:cs typeface="Aptos"/>
                        </a:rPr>
                        <a:t>Invalide Redis</a:t>
                      </a:r>
                    </a:p>
                  </a:txBody>
                  <a:tcPr marL="142875" marR="142875" marT="114300" marB="114300" anchor="ctr">
                    <a:solidFill>
                      <a:srgbClr val="F2DEC6"/>
                    </a:solidFill>
                  </a:tcPr>
                </a:tc>
                <a:extLst>
                  <a:ext uri="{0D108BD9-81ED-4DB2-BD59-A6C34878D82A}">
                    <a16:rowId xmlns:a16="http://schemas.microsoft.com/office/drawing/2014/main" val="10003"/>
                  </a:ext>
                </a:extLst>
              </a:tr>
              <a:tr h="742950">
                <a:tc>
                  <a:txBody>
                    <a:bodyPr/>
                    <a:lstStyle/>
                    <a:p>
                      <a:r>
                        <a:rPr sz="1800">
                          <a:solidFill>
                            <a:srgbClr val="173044"/>
                          </a:solidFill>
                          <a:latin typeface="Aptos"/>
                          <a:ea typeface="Aptos"/>
                          <a:cs typeface="Aptos"/>
                        </a:rPr>
                        <a:t>t4</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Remet ancienne copie</a:t>
                      </a:r>
                    </a:p>
                  </a:txBody>
                  <a:tcPr marL="142875" marR="142875" marT="114300" marB="114300" anchor="ctr">
                    <a:solidFill>
                      <a:srgbClr val="F2DEC6"/>
                    </a:solidFill>
                  </a:tcPr>
                </a:tc>
                <a:tc>
                  <a:txBody>
                    <a:bodyPr/>
                    <a:lstStyle/>
                    <a:p>
                      <a:endParaRPr/>
                    </a:p>
                  </a:txBody>
                  <a:tcPr marL="142875" marR="142875" marT="114300" marB="114300" anchor="ctr">
                    <a:solidFill>
                      <a:srgbClr val="F2DEC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77905145-4A12-43E6-BCE9-9B3D6D9F5B6F}"/>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39EB4FDA-BC79-4BA6-8887-BCB736329C15}"/>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scénario doit apparaître dans l’analyse du cache, même si le laboratoire ne simule que le cas simple.</a:t>
            </a:r>
          </a:p>
        </p:txBody>
      </p:sp>
      <p:sp>
        <p:nvSpPr>
          <p:cNvPr id="8" name="Rectangle 7">
            <a:extLst>
              <a:ext uri="{FF2B5EF4-FFF2-40B4-BE49-F238E27FC236}">
                <a16:creationId xmlns:a16="http://schemas.microsoft.com/office/drawing/2014/main" id="{A2732ABB-4D8D-46DB-AE99-4868F48E6F8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C6B79D37-63E9-4DCA-8CA5-9F16D677B85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30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459185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7" name="Image 16"/>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BF85DC0-498D-4DDA-8D50-85E75041209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931A0A0C-9FAF-4C29-A6F3-4C15938DF6C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Cache stampede</a:t>
            </a:r>
          </a:p>
        </p:txBody>
      </p:sp>
      <p:sp>
        <p:nvSpPr>
          <p:cNvPr id="4" name="Rectangle 3">
            <a:extLst>
              <a:ext uri="{FF2B5EF4-FFF2-40B4-BE49-F238E27FC236}">
                <a16:creationId xmlns:a16="http://schemas.microsoft.com/office/drawing/2014/main" id="{89E4781A-9C81-4BBA-BA79-BCB14475B79C}"/>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lang="fr-FR" sz="2025" b="0">
                <a:solidFill>
                  <a:srgbClr val="173044"/>
                </a:solidFill>
                <a:latin typeface="Aptos"/>
                <a:ea typeface="Aptos"/>
                <a:cs typeface="Aptos"/>
              </a:rPr>
              <a:t>Exemple : une fiche expire dans Redis au moment où plusieurs clients la demandent. Tous voient un miss et interrogent PostgreSQL pour la même donnée : c’est la « cache stampede ». Ces lectures redondantes ralentissent les réponses et chargent la base.
Solution : un seul appel recharge chaque clé ; les autres attendent brièvement. Sur plusieurs instances, un verrou Redis temporaire coordonne le chargement, avec attente limitée et repli en cas d’échec. Un TTL variable étale les expirations de clés différentes, mais pas les misses simultanés sur une même clé.</a:t>
            </a:r>
            <a:endParaRPr sz="2025" b="0">
              <a:solidFill>
                <a:srgbClr val="173044"/>
              </a:solidFill>
              <a:latin typeface="Aptos"/>
              <a:ea typeface="Aptos"/>
              <a:cs typeface="Aptos"/>
            </a:endParaRPr>
          </a:p>
        </p:txBody>
      </p:sp>
      <p:sp>
        <p:nvSpPr>
          <p:cNvPr id="5" name="Rectangle : coins arrondis 4">
            <a:extLst>
              <a:ext uri="{FF2B5EF4-FFF2-40B4-BE49-F238E27FC236}">
                <a16:creationId xmlns:a16="http://schemas.microsoft.com/office/drawing/2014/main" id="{F815F49F-CBAD-4EB4-8ED7-A942B96858C0}"/>
              </a:ext>
            </a:extLst>
          </p:cNvPr>
          <p:cNvSpPr>
            <a:spLocks noGrp="1"/>
          </p:cNvSpPr>
          <p:nvPr/>
        </p:nvSpPr>
        <p:spPr>
          <a:xfrm>
            <a:off x="9471660" y="2238375"/>
            <a:ext cx="2781300"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Requêtes</a:t>
            </a:r>
          </a:p>
          <a:p>
            <a:pPr algn="ctr">
              <a:defRPr sz="1875" b="1">
                <a:solidFill>
                  <a:srgbClr val="FFFFFF"/>
                </a:solidFill>
                <a:latin typeface="Aptos"/>
                <a:ea typeface="Aptos"/>
                <a:cs typeface="Aptos"/>
              </a:defRPr>
            </a:pPr>
            <a:r>
              <a:rPr sz="1875" b="1">
                <a:solidFill>
                  <a:srgbClr val="FFFFFF"/>
                </a:solidFill>
                <a:latin typeface="Aptos"/>
                <a:ea typeface="Aptos"/>
                <a:cs typeface="Aptos"/>
              </a:rPr>
              <a:t>simultanées</a:t>
            </a:r>
          </a:p>
        </p:txBody>
      </p:sp>
      <p:sp>
        <p:nvSpPr>
          <p:cNvPr id="6" name="Rectangle : coins arrondis 5">
            <a:extLst>
              <a:ext uri="{FF2B5EF4-FFF2-40B4-BE49-F238E27FC236}">
                <a16:creationId xmlns:a16="http://schemas.microsoft.com/office/drawing/2014/main" id="{97974F1A-BF88-4056-B584-4ECCD4B7D60C}"/>
              </a:ext>
            </a:extLst>
          </p:cNvPr>
          <p:cNvSpPr>
            <a:spLocks noGrp="1"/>
          </p:cNvSpPr>
          <p:nvPr/>
        </p:nvSpPr>
        <p:spPr>
          <a:xfrm>
            <a:off x="9471660" y="3552825"/>
            <a:ext cx="2781300"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Clé</a:t>
            </a:r>
          </a:p>
          <a:p>
            <a:pPr algn="ctr">
              <a:defRPr sz="1875" b="1">
                <a:solidFill>
                  <a:srgbClr val="FFFFFF"/>
                </a:solidFill>
                <a:latin typeface="Aptos"/>
                <a:ea typeface="Aptos"/>
                <a:cs typeface="Aptos"/>
              </a:defRPr>
            </a:pPr>
            <a:r>
              <a:rPr sz="1875" b="1">
                <a:solidFill>
                  <a:srgbClr val="FFFFFF"/>
                </a:solidFill>
                <a:latin typeface="Aptos"/>
                <a:ea typeface="Aptos"/>
                <a:cs typeface="Aptos"/>
              </a:rPr>
              <a:t>absente</a:t>
            </a:r>
          </a:p>
        </p:txBody>
      </p:sp>
      <p:sp>
        <p:nvSpPr>
          <p:cNvPr id="7" name="Rectangle : coins arrondis 6">
            <a:extLst>
              <a:ext uri="{FF2B5EF4-FFF2-40B4-BE49-F238E27FC236}">
                <a16:creationId xmlns:a16="http://schemas.microsoft.com/office/drawing/2014/main" id="{FAA86646-8D57-4B89-86C9-45847FAADA1A}"/>
              </a:ext>
            </a:extLst>
          </p:cNvPr>
          <p:cNvSpPr>
            <a:spLocks noGrp="1"/>
          </p:cNvSpPr>
          <p:nvPr/>
        </p:nvSpPr>
        <p:spPr>
          <a:xfrm>
            <a:off x="9471660" y="4867275"/>
            <a:ext cx="2781300" cy="952500"/>
          </a:xfrm>
          <a:prstGeom prst="roundRect">
            <a:avLst>
              <a:gd name="adj" fmla="val 8000"/>
            </a:avLst>
          </a:prstGeom>
          <a:solidFill>
            <a:srgbClr val="173C4C"/>
          </a:solidFill>
          <a:ln w="19050">
            <a:solidFill>
              <a:srgbClr val="1F7881"/>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Source</a:t>
            </a:r>
          </a:p>
          <a:p>
            <a:pPr algn="ctr">
              <a:defRPr sz="1875" b="1">
                <a:solidFill>
                  <a:srgbClr val="FFFFFF"/>
                </a:solidFill>
                <a:latin typeface="Aptos"/>
                <a:ea typeface="Aptos"/>
                <a:cs typeface="Aptos"/>
              </a:defRPr>
            </a:pPr>
            <a:r>
              <a:rPr sz="1875" b="1">
                <a:solidFill>
                  <a:srgbClr val="FFFFFF"/>
                </a:solidFill>
                <a:latin typeface="Aptos"/>
                <a:ea typeface="Aptos"/>
                <a:cs typeface="Aptos"/>
              </a:rPr>
              <a:t>lectures multiples</a:t>
            </a:r>
          </a:p>
        </p:txBody>
      </p:sp>
      <p:sp>
        <p:nvSpPr>
          <p:cNvPr id="8" name="Flèche : droite 7">
            <a:extLst>
              <a:ext uri="{FF2B5EF4-FFF2-40B4-BE49-F238E27FC236}">
                <a16:creationId xmlns:a16="http://schemas.microsoft.com/office/drawing/2014/main" id="{480AC320-8835-417E-8400-79DC051228B1}"/>
              </a:ext>
            </a:extLst>
          </p:cNvPr>
          <p:cNvSpPr>
            <a:spLocks noGrp="1"/>
          </p:cNvSpPr>
          <p:nvPr/>
        </p:nvSpPr>
        <p:spPr>
          <a:xfrm rot="5400000">
            <a:off x="10738485" y="3314700"/>
            <a:ext cx="247650" cy="114300"/>
          </a:xfrm>
          <a:prstGeom prst="rightArrow">
            <a:avLst/>
          </a:prstGeom>
          <a:solidFill>
            <a:srgbClr val="AD4C21"/>
          </a:solidFill>
          <a:ln w="0">
            <a:noFill/>
          </a:ln>
        </p:spPr>
        <p:txBody>
          <a:bodyPr/>
          <a:lstStyle/>
          <a:p>
            <a:endParaRPr lang="fr-FR"/>
          </a:p>
        </p:txBody>
      </p:sp>
      <p:sp>
        <p:nvSpPr>
          <p:cNvPr id="9" name="Rectangle 8">
            <a:extLst>
              <a:ext uri="{FF2B5EF4-FFF2-40B4-BE49-F238E27FC236}">
                <a16:creationId xmlns:a16="http://schemas.microsoft.com/office/drawing/2014/main" id="{1CCAD663-6BDE-46C8-8F11-F6A92E90C74E}"/>
              </a:ext>
            </a:extLst>
          </p:cNvPr>
          <p:cNvSpPr>
            <a:spLocks noGrp="1"/>
          </p:cNvSpPr>
          <p:nvPr/>
        </p:nvSpPr>
        <p:spPr>
          <a:xfrm>
            <a:off x="10976610" y="3228975"/>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miss</a:t>
            </a:r>
          </a:p>
        </p:txBody>
      </p:sp>
      <p:sp>
        <p:nvSpPr>
          <p:cNvPr id="10" name="Flèche : droite 9">
            <a:extLst>
              <a:ext uri="{FF2B5EF4-FFF2-40B4-BE49-F238E27FC236}">
                <a16:creationId xmlns:a16="http://schemas.microsoft.com/office/drawing/2014/main" id="{5990D4D3-4664-4345-95CA-780D70AF3E87}"/>
              </a:ext>
            </a:extLst>
          </p:cNvPr>
          <p:cNvSpPr>
            <a:spLocks noGrp="1"/>
          </p:cNvSpPr>
          <p:nvPr/>
        </p:nvSpPr>
        <p:spPr>
          <a:xfrm rot="5400000">
            <a:off x="10738485" y="4629150"/>
            <a:ext cx="247650" cy="114300"/>
          </a:xfrm>
          <a:prstGeom prst="rightArrow">
            <a:avLst/>
          </a:prstGeom>
          <a:solidFill>
            <a:srgbClr val="AD4C21"/>
          </a:solidFill>
          <a:ln w="0">
            <a:noFill/>
          </a:ln>
        </p:spPr>
        <p:txBody>
          <a:bodyPr/>
          <a:lstStyle/>
          <a:p>
            <a:endParaRPr lang="fr-FR"/>
          </a:p>
        </p:txBody>
      </p:sp>
      <p:sp>
        <p:nvSpPr>
          <p:cNvPr id="11" name="Rectangle 10">
            <a:extLst>
              <a:ext uri="{FF2B5EF4-FFF2-40B4-BE49-F238E27FC236}">
                <a16:creationId xmlns:a16="http://schemas.microsoft.com/office/drawing/2014/main" id="{4DC72119-4ADE-4FFD-8C23-1DF8999E6CDC}"/>
              </a:ext>
            </a:extLst>
          </p:cNvPr>
          <p:cNvSpPr>
            <a:spLocks noGrp="1"/>
          </p:cNvSpPr>
          <p:nvPr/>
        </p:nvSpPr>
        <p:spPr>
          <a:xfrm>
            <a:off x="10976610" y="4543425"/>
            <a:ext cx="1143000" cy="361950"/>
          </a:xfrm>
          <a:prstGeom prst="rect">
            <a:avLst/>
          </a:prstGeom>
          <a:noFill/>
          <a:ln w="0">
            <a:noFill/>
          </a:ln>
        </p:spPr>
        <p:txBody>
          <a:bodyPr>
            <a:noAutofit/>
          </a:bodyPr>
          <a:lstStyle/>
          <a:p>
            <a:pPr algn="ctr">
              <a:defRPr sz="1275" b="1">
                <a:solidFill>
                  <a:srgbClr val="AD4C21"/>
                </a:solidFill>
                <a:latin typeface="Aptos"/>
                <a:ea typeface="Aptos"/>
                <a:cs typeface="Aptos"/>
              </a:defRPr>
            </a:pPr>
            <a:r>
              <a:rPr sz="1275" b="1">
                <a:solidFill>
                  <a:srgbClr val="AD4C21"/>
                </a:solidFill>
                <a:latin typeface="Aptos"/>
                <a:ea typeface="Aptos"/>
                <a:cs typeface="Aptos"/>
              </a:rPr>
              <a:t>rafale</a:t>
            </a:r>
          </a:p>
        </p:txBody>
      </p:sp>
      <p:sp>
        <p:nvSpPr>
          <p:cNvPr id="12" name="Rectangle 11">
            <a:extLst>
              <a:ext uri="{FF2B5EF4-FFF2-40B4-BE49-F238E27FC236}">
                <a16:creationId xmlns:a16="http://schemas.microsoft.com/office/drawing/2014/main" id="{AFCAB159-1C79-489C-9864-FC6C5342559B}"/>
              </a:ext>
            </a:extLst>
          </p:cNvPr>
          <p:cNvSpPr>
            <a:spLocks noGrp="1"/>
          </p:cNvSpPr>
          <p:nvPr/>
        </p:nvSpPr>
        <p:spPr>
          <a:xfrm>
            <a:off x="7524750" y="5924550"/>
            <a:ext cx="6953250" cy="609600"/>
          </a:xfrm>
          <a:prstGeom prst="rect">
            <a:avLst/>
          </a:prstGeom>
          <a:noFill/>
          <a:ln w="0">
            <a:noFill/>
          </a:ln>
        </p:spPr>
        <p:txBody>
          <a:bodyPr>
            <a:noAutofit/>
          </a:bodyPr>
          <a:lstStyle/>
          <a:p>
            <a:pPr>
              <a:defRPr sz="1575" b="0">
                <a:solidFill>
                  <a:srgbClr val="3F5B66"/>
                </a:solidFill>
                <a:latin typeface="Aptos"/>
                <a:ea typeface="Aptos"/>
                <a:cs typeface="Aptos"/>
              </a:defRPr>
            </a:pPr>
            <a:r>
              <a:rPr sz="1575" b="0">
                <a:solidFill>
                  <a:srgbClr val="3F5B66"/>
                </a:solidFill>
                <a:latin typeface="Aptos"/>
                <a:ea typeface="Aptos"/>
                <a:cs typeface="Aptos"/>
              </a:rPr>
              <a:t>Une reconstruction coordonnée peut limiter le travail.</a:t>
            </a:r>
          </a:p>
        </p:txBody>
      </p:sp>
      <p:sp>
        <p:nvSpPr>
          <p:cNvPr id="13" name="Rectangle 12">
            <a:extLst>
              <a:ext uri="{FF2B5EF4-FFF2-40B4-BE49-F238E27FC236}">
                <a16:creationId xmlns:a16="http://schemas.microsoft.com/office/drawing/2014/main" id="{42FC256B-1B51-457F-8734-01DECBF8A28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14" name="Rectangle 13">
            <a:extLst>
              <a:ext uri="{FF2B5EF4-FFF2-40B4-BE49-F238E27FC236}">
                <a16:creationId xmlns:a16="http://schemas.microsoft.com/office/drawing/2014/main" id="{FAF4BED4-7B6C-4DAA-8F2F-89A794A137BF}"/>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Un TTL avec variation répartit les expirations. Il ne résout pas à lui seul tous les misses simultanés.</a:t>
            </a:r>
          </a:p>
        </p:txBody>
      </p:sp>
      <p:sp>
        <p:nvSpPr>
          <p:cNvPr id="15" name="Rectangle 14">
            <a:extLst>
              <a:ext uri="{FF2B5EF4-FFF2-40B4-BE49-F238E27FC236}">
                <a16:creationId xmlns:a16="http://schemas.microsoft.com/office/drawing/2014/main" id="{68D80571-779B-4A09-BAC6-ED3BFD2497C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6" name="Rectangle 15">
            <a:extLst>
              <a:ext uri="{FF2B5EF4-FFF2-40B4-BE49-F238E27FC236}">
                <a16:creationId xmlns:a16="http://schemas.microsoft.com/office/drawing/2014/main" id="{575F1E84-96A2-41CE-8028-D20A6181E82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31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093977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35ACB72-C51E-490C-8189-917E3E48BE4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355F7ACE-9030-4720-B4B4-45DC85A1691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Panne du cache et repli</a:t>
            </a:r>
          </a:p>
        </p:txBody>
      </p:sp>
      <p:sp>
        <p:nvSpPr>
          <p:cNvPr id="4" name="Rectangle 3">
            <a:extLst>
              <a:ext uri="{FF2B5EF4-FFF2-40B4-BE49-F238E27FC236}">
                <a16:creationId xmlns:a16="http://schemas.microsoft.com/office/drawing/2014/main" id="{5F83DC41-7CF1-4F65-8061-C30C14D922C6}"/>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8D2237BF-7AEA-4762-B5C7-36571164BF21}"/>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Le service peut relire PostgreSQL quand Redis échoue, avec un timeout court pour éviter de bloquer tous les appels. Ce repli augmente cependant la charge sur la base et peut créer une seconde panne.</a:t>
            </a:r>
          </a:p>
        </p:txBody>
      </p:sp>
      <p:sp>
        <p:nvSpPr>
          <p:cNvPr id="6" name="Rectangle 5">
            <a:extLst>
              <a:ext uri="{FF2B5EF4-FFF2-40B4-BE49-F238E27FC236}">
                <a16:creationId xmlns:a16="http://schemas.microsoft.com/office/drawing/2014/main" id="{09731D13-DE04-4EE7-95C3-E16EF0CFBAB6}"/>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La protection combine limites de concurrence, priorités et capacité réservée. Un circuit breaker peut interrompre temporairement les tentatives répétées vers un composant défaillant. Le choix préserve un comportement métier explicite.</a:t>
            </a:r>
          </a:p>
        </p:txBody>
      </p:sp>
      <p:sp>
        <p:nvSpPr>
          <p:cNvPr id="7" name="Rectangle 6">
            <a:extLst>
              <a:ext uri="{FF2B5EF4-FFF2-40B4-BE49-F238E27FC236}">
                <a16:creationId xmlns:a16="http://schemas.microsoft.com/office/drawing/2014/main" id="{D98D0024-48C0-42AA-A037-EAE59E3034A0}"/>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BEF96388-7CAA-46B8-A14C-B55AF49931F5}"/>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Une valeur absente ou une erreur de cache ne signifie pas que le produit n’existe pas.</a:t>
            </a:r>
          </a:p>
        </p:txBody>
      </p:sp>
      <p:sp>
        <p:nvSpPr>
          <p:cNvPr id="9" name="Rectangle 8">
            <a:extLst>
              <a:ext uri="{FF2B5EF4-FFF2-40B4-BE49-F238E27FC236}">
                <a16:creationId xmlns:a16="http://schemas.microsoft.com/office/drawing/2014/main" id="{DADD207E-489D-4B56-8640-78AFCD96898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BFA5DB49-743B-46A4-9E05-8181FC9DF13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32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934352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8DEA054-32B0-4C77-A880-C20CEA2531F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4   /   OPTIMISATION BDD</a:t>
            </a:r>
          </a:p>
        </p:txBody>
      </p:sp>
      <p:sp>
        <p:nvSpPr>
          <p:cNvPr id="3" name="Rectangle 2">
            <a:extLst>
              <a:ext uri="{FF2B5EF4-FFF2-40B4-BE49-F238E27FC236}">
                <a16:creationId xmlns:a16="http://schemas.microsoft.com/office/drawing/2014/main" id="{E7C170F4-73D3-4607-9228-061A4F857219}"/>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Taux de hit et bénéfice global</a:t>
            </a:r>
          </a:p>
        </p:txBody>
      </p:sp>
      <p:sp>
        <p:nvSpPr>
          <p:cNvPr id="4" name="Rectangle 3">
            <a:extLst>
              <a:ext uri="{FF2B5EF4-FFF2-40B4-BE49-F238E27FC236}">
                <a16:creationId xmlns:a16="http://schemas.microsoft.com/office/drawing/2014/main" id="{CDCCF78C-DB11-47C5-8FA4-6CAC3036D793}"/>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SITUATION ET RAISONNEMENT</a:t>
            </a:r>
          </a:p>
        </p:txBody>
      </p:sp>
      <p:sp>
        <p:nvSpPr>
          <p:cNvPr id="5" name="Rectangle 4">
            <a:extLst>
              <a:ext uri="{FF2B5EF4-FFF2-40B4-BE49-F238E27FC236}">
                <a16:creationId xmlns:a16="http://schemas.microsoft.com/office/drawing/2014/main" id="{F38650F6-0896-4DDD-AAA8-D31B9E5443DC}"/>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173044"/>
                </a:solidFill>
                <a:latin typeface="Aptos"/>
                <a:ea typeface="Aptos"/>
                <a:cs typeface="Aptos"/>
              </a:defRPr>
            </a:pPr>
            <a:r>
              <a:rPr sz="2475" b="0">
                <a:solidFill>
                  <a:srgbClr val="173044"/>
                </a:solidFill>
                <a:latin typeface="Aptos"/>
                <a:ea typeface="Aptos"/>
                <a:cs typeface="Aptos"/>
              </a:rPr>
              <a:t>Le taux de hit rapporte les accès servis par le cache aux accès cache totaux. Une valeur élevée peut accompagner un mauvais endpoint si la réponse est trop large ou si les misses sont très lents.</a:t>
            </a:r>
          </a:p>
        </p:txBody>
      </p:sp>
      <p:sp>
        <p:nvSpPr>
          <p:cNvPr id="6" name="Rectangle 5">
            <a:extLst>
              <a:ext uri="{FF2B5EF4-FFF2-40B4-BE49-F238E27FC236}">
                <a16:creationId xmlns:a16="http://schemas.microsoft.com/office/drawing/2014/main" id="{79FD12DD-CF29-4C37-9CFF-37BABA58FE49}"/>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173044"/>
                </a:solidFill>
                <a:latin typeface="Aptos"/>
                <a:ea typeface="Aptos"/>
                <a:cs typeface="Aptos"/>
              </a:defRPr>
            </a:pPr>
            <a:r>
              <a:rPr sz="2175" b="0">
                <a:solidFill>
                  <a:srgbClr val="173044"/>
                </a:solidFill>
                <a:latin typeface="Aptos"/>
                <a:ea typeface="Aptos"/>
                <a:cs typeface="Aptos"/>
              </a:rPr>
              <a:t>On suit aussi les durées hit/miss, les évictions, la mémoire, les erreurs et la charge SQL. Pour des durées moyennes, un modèle simple combine le coût du hit et du miss pondérés par leur fréquence. Il ne calcule pas un p95.</a:t>
            </a:r>
          </a:p>
        </p:txBody>
      </p:sp>
      <p:sp>
        <p:nvSpPr>
          <p:cNvPr id="7" name="Rectangle 6">
            <a:extLst>
              <a:ext uri="{FF2B5EF4-FFF2-40B4-BE49-F238E27FC236}">
                <a16:creationId xmlns:a16="http://schemas.microsoft.com/office/drawing/2014/main" id="{E13D2E4B-744A-4E3B-BAED-EA7DCC00C97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721314F0-49F7-4074-83E4-2E423E97D54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Calcul fictif : 90 % × 5 ms + 10 % × 105 ms = 15 ms de durée moyenne sur ce modèle.</a:t>
            </a:r>
          </a:p>
        </p:txBody>
      </p:sp>
      <p:sp>
        <p:nvSpPr>
          <p:cNvPr id="9" name="Rectangle 8">
            <a:extLst>
              <a:ext uri="{FF2B5EF4-FFF2-40B4-BE49-F238E27FC236}">
                <a16:creationId xmlns:a16="http://schemas.microsoft.com/office/drawing/2014/main" id="{6293D935-80B6-4A55-A858-AE48C67D9BC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9CEF1913-E5D7-49B0-AC40-6589A7D28BC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lang="fr-FR" sz="1275" b="0">
                <a:solidFill>
                  <a:srgbClr val="3F5B66"/>
                </a:solidFill>
                <a:latin typeface="Aptos"/>
                <a:ea typeface="Aptos"/>
                <a:cs typeface="Aptos"/>
              </a:rPr>
              <a:t>33 / 37</a:t>
            </a:r>
            <a:endParaRPr sz="1275" b="0">
              <a:solidFill>
                <a:srgbClr val="3F5B66"/>
              </a:solidFill>
              <a:latin typeface="Aptos"/>
              <a:ea typeface="Aptos"/>
              <a:cs typeface="Aptos"/>
            </a:endParaRPr>
          </a:p>
        </p:txBody>
      </p:sp>
    </p:spTree>
    <p:extLst>
      <p:ext uri="{BB962C8B-B14F-4D97-AF65-F5344CB8AC3E}">
        <p14:creationId xmlns:p14="http://schemas.microsoft.com/office/powerpoint/2010/main" val="1999557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FC0E5284-23EB-4F9B-8CB0-121F16CB0B6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4   /   OPTIMISATION BDD</a:t>
            </a:r>
          </a:p>
        </p:txBody>
      </p:sp>
      <p:sp>
        <p:nvSpPr>
          <p:cNvPr id="3" name="Rectangle 2">
            <a:extLst>
              <a:ext uri="{FF2B5EF4-FFF2-40B4-BE49-F238E27FC236}">
                <a16:creationId xmlns:a16="http://schemas.microsoft.com/office/drawing/2014/main" id="{458BFF94-02AD-41E9-9915-5FAD73BCD7D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8 : cache et fraîcheur</a:t>
            </a:r>
          </a:p>
        </p:txBody>
      </p:sp>
      <p:sp>
        <p:nvSpPr>
          <p:cNvPr id="4" name="Rectangle 3">
            <a:extLst>
              <a:ext uri="{FF2B5EF4-FFF2-40B4-BE49-F238E27FC236}">
                <a16:creationId xmlns:a16="http://schemas.microsoft.com/office/drawing/2014/main" id="{0597F5DF-B770-4021-B6FF-2721015AE1AF}"/>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985A42C6-C079-414D-8BE5-8FD52C3FCFD1}"/>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Choisir une fiche catalogue, construire sa clé et mesurer les chemins hit et miss. Modifier le prix dans PostgreSQL, invalider la copie, puis vérifier la nouvelle réponse. Tester aussi une clé expirée et Redis indisponible.</a:t>
            </a:r>
          </a:p>
        </p:txBody>
      </p:sp>
      <p:sp>
        <p:nvSpPr>
          <p:cNvPr id="6" name="Rectangle 5">
            <a:extLst>
              <a:ext uri="{FF2B5EF4-FFF2-40B4-BE49-F238E27FC236}">
                <a16:creationId xmlns:a16="http://schemas.microsoft.com/office/drawing/2014/main" id="{43C80DBB-122C-4EA4-9006-B0C9E95196D0}"/>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FF36FEE5-DE4E-4ED3-8131-FC71DF02788D}"/>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Conserver les valeurs avant/après, le nombre de lectures SQL, les durées et le comportement de repli. Décrire la course de reconstruction et la fenêtre de fraîcheur acceptée. Les exemples pseudocode doivent être adaptés au client Redis du projet.</a:t>
            </a:r>
          </a:p>
        </p:txBody>
      </p:sp>
      <p:sp>
        <p:nvSpPr>
          <p:cNvPr id="8" name="Rectangle 7">
            <a:extLst>
              <a:ext uri="{FF2B5EF4-FFF2-40B4-BE49-F238E27FC236}">
                <a16:creationId xmlns:a16="http://schemas.microsoft.com/office/drawing/2014/main" id="{B3004569-1383-4311-AA8B-EA83B10322D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27D265F2-3D85-4C35-9E2D-10E943631FA0}"/>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Livrable : pattern, mesures et test de correction. Temps prévu : 1 h 15.</a:t>
            </a:r>
          </a:p>
        </p:txBody>
      </p:sp>
      <p:sp>
        <p:nvSpPr>
          <p:cNvPr id="10" name="Rectangle 9">
            <a:extLst>
              <a:ext uri="{FF2B5EF4-FFF2-40B4-BE49-F238E27FC236}">
                <a16:creationId xmlns:a16="http://schemas.microsoft.com/office/drawing/2014/main" id="{0DBA3B79-F266-47D0-B0CD-94AD1E5D9DA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5E7A201D-F304-41A2-B020-0EC4198DE8C2}"/>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lang="fr-FR" sz="1275" b="0">
                <a:solidFill>
                  <a:srgbClr val="ADCCD4"/>
                </a:solidFill>
                <a:latin typeface="Aptos"/>
                <a:ea typeface="Aptos"/>
                <a:cs typeface="Aptos"/>
              </a:rPr>
              <a:t>34 / 37</a:t>
            </a:r>
            <a:endParaRPr sz="1275" b="0">
              <a:solidFill>
                <a:srgbClr val="ADCCD4"/>
              </a:solidFill>
              <a:latin typeface="Aptos"/>
              <a:ea typeface="Aptos"/>
              <a:cs typeface="Aptos"/>
            </a:endParaRPr>
          </a:p>
        </p:txBody>
      </p:sp>
    </p:spTree>
    <p:extLst>
      <p:ext uri="{BB962C8B-B14F-4D97-AF65-F5344CB8AC3E}">
        <p14:creationId xmlns:p14="http://schemas.microsoft.com/office/powerpoint/2010/main" val="17836474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248B36-15BF-463D-AE29-5C023FE49420}">
  <we:reference id="wa200010215" version="2.0.0.1" store="en-US" storeType="OMEX"/>
  <we:alternateReferences>
    <we:reference id="wa200010215" version="2.0.0.1" store="" storeType="OMEX"/>
  </we:alternateReferences>
  <we:properties>
    <we:property name="bps.codex_control.document_id" value="&quot;79f74f9b-9c3f-4aca-ab57-908f990c43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Personnalisé</PresentationFormat>
  <Slides>33</Slides>
  <Notes>33</Notes>
  <HiddenSlides>0</HiddenSlides>
  <ScaleCrop>false</ScaleCrop>
  <HeadingPairs>
    <vt:vector size="4" baseType="variant">
      <vt:variant>
        <vt:lpstr>Thème</vt:lpstr>
      </vt:variant>
      <vt:variant>
        <vt:i4>1</vt:i4>
      </vt:variant>
      <vt:variant>
        <vt:lpstr>Titres des diapositives</vt:lpstr>
      </vt:variant>
      <vt:variant>
        <vt:i4>33</vt:i4>
      </vt:variant>
    </vt:vector>
  </HeadingPairs>
  <TitlesOfParts>
    <vt:vector size="34" baseType="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29</cp:revision>
  <dcterms:created xsi:type="dcterms:W3CDTF">2026-10-01T16:05:08Z</dcterms:created>
  <dcterms:modified xsi:type="dcterms:W3CDTF">2026-10-07T12:24:21Z</dcterms:modified>
</cp:coreProperties>
</file>